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Actor" panose="020B0604020202020204" charset="0"/>
      <p:regular r:id="rId12"/>
    </p:embeddedFont>
    <p:embeddedFont>
      <p:font typeface="Anton" pitchFamily="2" charset="0"/>
      <p:regular r:id="rId13"/>
    </p:embeddedFont>
    <p:embeddedFont>
      <p:font typeface="Fira Sans" panose="020B05030500000200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3C0D8D-F2BF-41A5-B89F-4F89B26339D2}">
  <a:tblStyle styleId="{793C0D8D-F2BF-41A5-B89F-4F89B26339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5016" autoAdjust="0"/>
  </p:normalViewPr>
  <p:slideViewPr>
    <p:cSldViewPr snapToGrid="0">
      <p:cViewPr varScale="1">
        <p:scale>
          <a:sx n="87" d="100"/>
          <a:sy n="87" d="100"/>
        </p:scale>
        <p:origin x="91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8b385fd2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8b385fd2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513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784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289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1412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15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0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5356150" y="150"/>
            <a:ext cx="3787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100" y="1079092"/>
            <a:ext cx="4982700" cy="26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100" y="3683700"/>
            <a:ext cx="4982700" cy="3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460625" y="360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721650" y="47319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-2417472">
            <a:off x="4291075" y="4427863"/>
            <a:ext cx="307888" cy="351140"/>
            <a:chOff x="3680075" y="4212600"/>
            <a:chExt cx="307875" cy="351125"/>
          </a:xfrm>
        </p:grpSpPr>
        <p:sp>
          <p:nvSpPr>
            <p:cNvPr id="15" name="Google Shape;15;p2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735229">
            <a:off x="872473" y="4427897"/>
            <a:ext cx="186977" cy="351053"/>
            <a:chOff x="4730050" y="4212675"/>
            <a:chExt cx="186975" cy="351050"/>
          </a:xfrm>
        </p:grpSpPr>
        <p:sp>
          <p:nvSpPr>
            <p:cNvPr id="24" name="Google Shape;24;p2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571875" y="9661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78875" y="2102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-2138915">
            <a:off x="234565" y="3926868"/>
            <a:ext cx="180161" cy="155679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" name="Google Shape;73;p6"/>
          <p:cNvGrpSpPr/>
          <p:nvPr/>
        </p:nvGrpSpPr>
        <p:grpSpPr>
          <a:xfrm rot="842425">
            <a:off x="7701743" y="211931"/>
            <a:ext cx="351116" cy="327992"/>
            <a:chOff x="4647925" y="2933700"/>
            <a:chExt cx="351125" cy="328000"/>
          </a:xfrm>
        </p:grpSpPr>
        <p:sp>
          <p:nvSpPr>
            <p:cNvPr id="74" name="Google Shape;74;p6"/>
            <p:cNvSpPr/>
            <p:nvPr/>
          </p:nvSpPr>
          <p:spPr>
            <a:xfrm>
              <a:off x="4725950" y="3103875"/>
              <a:ext cx="273100" cy="157825"/>
            </a:xfrm>
            <a:custGeom>
              <a:avLst/>
              <a:gdLst/>
              <a:ahLst/>
              <a:cxnLst/>
              <a:rect l="l" t="t" r="r" b="b"/>
              <a:pathLst>
                <a:path w="10924" h="6313" extrusionOk="0">
                  <a:moveTo>
                    <a:pt x="5462" y="1760"/>
                  </a:moveTo>
                  <a:cubicBezTo>
                    <a:pt x="6960" y="1760"/>
                    <a:pt x="8310" y="2720"/>
                    <a:pt x="8926" y="4199"/>
                  </a:cubicBezTo>
                  <a:cubicBezTo>
                    <a:pt x="9008" y="4409"/>
                    <a:pt x="8911" y="4655"/>
                    <a:pt x="8700" y="4733"/>
                  </a:cubicBezTo>
                  <a:cubicBezTo>
                    <a:pt x="8646" y="4757"/>
                    <a:pt x="8591" y="4769"/>
                    <a:pt x="8536" y="4769"/>
                  </a:cubicBezTo>
                  <a:cubicBezTo>
                    <a:pt x="8374" y="4769"/>
                    <a:pt x="8223" y="4668"/>
                    <a:pt x="8162" y="4522"/>
                  </a:cubicBezTo>
                  <a:cubicBezTo>
                    <a:pt x="7674" y="3336"/>
                    <a:pt x="6617" y="2572"/>
                    <a:pt x="5462" y="2572"/>
                  </a:cubicBezTo>
                  <a:cubicBezTo>
                    <a:pt x="4311" y="2572"/>
                    <a:pt x="3254" y="3336"/>
                    <a:pt x="2782" y="4522"/>
                  </a:cubicBezTo>
                  <a:cubicBezTo>
                    <a:pt x="2710" y="4677"/>
                    <a:pt x="2569" y="4771"/>
                    <a:pt x="2414" y="4771"/>
                  </a:cubicBezTo>
                  <a:cubicBezTo>
                    <a:pt x="2358" y="4771"/>
                    <a:pt x="2300" y="4759"/>
                    <a:pt x="2244" y="4733"/>
                  </a:cubicBezTo>
                  <a:cubicBezTo>
                    <a:pt x="2033" y="4655"/>
                    <a:pt x="1920" y="4409"/>
                    <a:pt x="2017" y="4199"/>
                  </a:cubicBezTo>
                  <a:cubicBezTo>
                    <a:pt x="2618" y="2720"/>
                    <a:pt x="3983" y="1760"/>
                    <a:pt x="5462" y="1760"/>
                  </a:cubicBezTo>
                  <a:close/>
                  <a:moveTo>
                    <a:pt x="5469" y="1"/>
                  </a:moveTo>
                  <a:cubicBezTo>
                    <a:pt x="5163" y="1"/>
                    <a:pt x="4853" y="94"/>
                    <a:pt x="4584" y="282"/>
                  </a:cubicBezTo>
                  <a:cubicBezTo>
                    <a:pt x="4438" y="237"/>
                    <a:pt x="4290" y="215"/>
                    <a:pt x="4143" y="215"/>
                  </a:cubicBezTo>
                  <a:cubicBezTo>
                    <a:pt x="3653" y="215"/>
                    <a:pt x="3183" y="456"/>
                    <a:pt x="2895" y="883"/>
                  </a:cubicBezTo>
                  <a:cubicBezTo>
                    <a:pt x="2874" y="882"/>
                    <a:pt x="2852" y="881"/>
                    <a:pt x="2831" y="881"/>
                  </a:cubicBezTo>
                  <a:cubicBezTo>
                    <a:pt x="2109" y="881"/>
                    <a:pt x="1494" y="1391"/>
                    <a:pt x="1350" y="2100"/>
                  </a:cubicBezTo>
                  <a:cubicBezTo>
                    <a:pt x="734" y="2361"/>
                    <a:pt x="359" y="3028"/>
                    <a:pt x="457" y="3711"/>
                  </a:cubicBezTo>
                  <a:cubicBezTo>
                    <a:pt x="180" y="4003"/>
                    <a:pt x="0" y="4394"/>
                    <a:pt x="0" y="4799"/>
                  </a:cubicBezTo>
                  <a:cubicBezTo>
                    <a:pt x="0" y="5630"/>
                    <a:pt x="683" y="6313"/>
                    <a:pt x="1514" y="6313"/>
                  </a:cubicBezTo>
                  <a:lnTo>
                    <a:pt x="9414" y="6313"/>
                  </a:lnTo>
                  <a:cubicBezTo>
                    <a:pt x="10241" y="6313"/>
                    <a:pt x="10924" y="5630"/>
                    <a:pt x="10924" y="4799"/>
                  </a:cubicBezTo>
                  <a:cubicBezTo>
                    <a:pt x="10924" y="4394"/>
                    <a:pt x="10764" y="4003"/>
                    <a:pt x="10471" y="3711"/>
                  </a:cubicBezTo>
                  <a:cubicBezTo>
                    <a:pt x="10584" y="3028"/>
                    <a:pt x="10194" y="2361"/>
                    <a:pt x="9578" y="2100"/>
                  </a:cubicBezTo>
                  <a:cubicBezTo>
                    <a:pt x="9449" y="1406"/>
                    <a:pt x="8833" y="881"/>
                    <a:pt x="8096" y="881"/>
                  </a:cubicBezTo>
                  <a:cubicBezTo>
                    <a:pt x="8075" y="881"/>
                    <a:pt x="8054" y="882"/>
                    <a:pt x="8033" y="883"/>
                  </a:cubicBezTo>
                  <a:cubicBezTo>
                    <a:pt x="7743" y="454"/>
                    <a:pt x="7269" y="221"/>
                    <a:pt x="6774" y="221"/>
                  </a:cubicBezTo>
                  <a:cubicBezTo>
                    <a:pt x="6630" y="221"/>
                    <a:pt x="6483" y="241"/>
                    <a:pt x="6340" y="282"/>
                  </a:cubicBezTo>
                  <a:cubicBezTo>
                    <a:pt x="6080" y="94"/>
                    <a:pt x="5776" y="1"/>
                    <a:pt x="5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4647925" y="2933700"/>
              <a:ext cx="273100" cy="157725"/>
            </a:xfrm>
            <a:custGeom>
              <a:avLst/>
              <a:gdLst/>
              <a:ahLst/>
              <a:cxnLst/>
              <a:rect l="l" t="t" r="r" b="b"/>
              <a:pathLst>
                <a:path w="10924" h="6309" extrusionOk="0">
                  <a:moveTo>
                    <a:pt x="5462" y="1756"/>
                  </a:moveTo>
                  <a:cubicBezTo>
                    <a:pt x="6944" y="1756"/>
                    <a:pt x="8310" y="2716"/>
                    <a:pt x="8911" y="4210"/>
                  </a:cubicBezTo>
                  <a:cubicBezTo>
                    <a:pt x="9008" y="4420"/>
                    <a:pt x="8895" y="4666"/>
                    <a:pt x="8680" y="4748"/>
                  </a:cubicBezTo>
                  <a:cubicBezTo>
                    <a:pt x="8630" y="4768"/>
                    <a:pt x="8579" y="4777"/>
                    <a:pt x="8529" y="4777"/>
                  </a:cubicBezTo>
                  <a:cubicBezTo>
                    <a:pt x="8369" y="4777"/>
                    <a:pt x="8220" y="4681"/>
                    <a:pt x="8146" y="4518"/>
                  </a:cubicBezTo>
                  <a:cubicBezTo>
                    <a:pt x="7674" y="3348"/>
                    <a:pt x="6617" y="2587"/>
                    <a:pt x="5462" y="2587"/>
                  </a:cubicBezTo>
                  <a:cubicBezTo>
                    <a:pt x="4311" y="2587"/>
                    <a:pt x="3254" y="3348"/>
                    <a:pt x="2766" y="4518"/>
                  </a:cubicBezTo>
                  <a:cubicBezTo>
                    <a:pt x="2704" y="4681"/>
                    <a:pt x="2546" y="4777"/>
                    <a:pt x="2382" y="4777"/>
                  </a:cubicBezTo>
                  <a:cubicBezTo>
                    <a:pt x="2330" y="4777"/>
                    <a:pt x="2278" y="4768"/>
                    <a:pt x="2228" y="4748"/>
                  </a:cubicBezTo>
                  <a:cubicBezTo>
                    <a:pt x="2017" y="4666"/>
                    <a:pt x="1920" y="4420"/>
                    <a:pt x="2002" y="4210"/>
                  </a:cubicBezTo>
                  <a:cubicBezTo>
                    <a:pt x="2618" y="2716"/>
                    <a:pt x="3968" y="1756"/>
                    <a:pt x="5462" y="1756"/>
                  </a:cubicBezTo>
                  <a:close/>
                  <a:moveTo>
                    <a:pt x="5464" y="0"/>
                  </a:moveTo>
                  <a:cubicBezTo>
                    <a:pt x="5155" y="0"/>
                    <a:pt x="4846" y="98"/>
                    <a:pt x="4584" y="293"/>
                  </a:cubicBezTo>
                  <a:cubicBezTo>
                    <a:pt x="4434" y="247"/>
                    <a:pt x="4281" y="224"/>
                    <a:pt x="4130" y="224"/>
                  </a:cubicBezTo>
                  <a:cubicBezTo>
                    <a:pt x="3645" y="224"/>
                    <a:pt x="3181" y="456"/>
                    <a:pt x="2895" y="878"/>
                  </a:cubicBezTo>
                  <a:cubicBezTo>
                    <a:pt x="2874" y="877"/>
                    <a:pt x="2853" y="877"/>
                    <a:pt x="2833" y="877"/>
                  </a:cubicBezTo>
                  <a:cubicBezTo>
                    <a:pt x="2110" y="877"/>
                    <a:pt x="1479" y="1401"/>
                    <a:pt x="1350" y="2099"/>
                  </a:cubicBezTo>
                  <a:cubicBezTo>
                    <a:pt x="734" y="2372"/>
                    <a:pt x="344" y="3024"/>
                    <a:pt x="457" y="3722"/>
                  </a:cubicBezTo>
                  <a:cubicBezTo>
                    <a:pt x="164" y="3999"/>
                    <a:pt x="0" y="4389"/>
                    <a:pt x="0" y="4795"/>
                  </a:cubicBezTo>
                  <a:cubicBezTo>
                    <a:pt x="0" y="5641"/>
                    <a:pt x="683" y="6309"/>
                    <a:pt x="1514" y="6309"/>
                  </a:cubicBezTo>
                  <a:lnTo>
                    <a:pt x="9414" y="6309"/>
                  </a:lnTo>
                  <a:cubicBezTo>
                    <a:pt x="10241" y="6309"/>
                    <a:pt x="10924" y="5641"/>
                    <a:pt x="10924" y="4795"/>
                  </a:cubicBezTo>
                  <a:cubicBezTo>
                    <a:pt x="10924" y="4389"/>
                    <a:pt x="10748" y="3999"/>
                    <a:pt x="10455" y="3722"/>
                  </a:cubicBezTo>
                  <a:cubicBezTo>
                    <a:pt x="10569" y="3024"/>
                    <a:pt x="10194" y="2372"/>
                    <a:pt x="9578" y="2099"/>
                  </a:cubicBezTo>
                  <a:cubicBezTo>
                    <a:pt x="9434" y="1401"/>
                    <a:pt x="8814" y="877"/>
                    <a:pt x="8095" y="877"/>
                  </a:cubicBezTo>
                  <a:cubicBezTo>
                    <a:pt x="8074" y="877"/>
                    <a:pt x="8054" y="877"/>
                    <a:pt x="8033" y="878"/>
                  </a:cubicBezTo>
                  <a:cubicBezTo>
                    <a:pt x="7747" y="456"/>
                    <a:pt x="7283" y="224"/>
                    <a:pt x="6797" y="224"/>
                  </a:cubicBezTo>
                  <a:cubicBezTo>
                    <a:pt x="6645" y="224"/>
                    <a:pt x="6491" y="247"/>
                    <a:pt x="6340" y="293"/>
                  </a:cubicBezTo>
                  <a:cubicBezTo>
                    <a:pt x="6080" y="98"/>
                    <a:pt x="5772" y="0"/>
                    <a:pt x="54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6"/>
          <p:cNvSpPr/>
          <p:nvPr/>
        </p:nvSpPr>
        <p:spPr>
          <a:xfrm>
            <a:off x="8302775" y="4318950"/>
            <a:ext cx="356875" cy="350900"/>
          </a:xfrm>
          <a:custGeom>
            <a:avLst/>
            <a:gdLst/>
            <a:ahLst/>
            <a:cxnLst/>
            <a:rect l="l" t="t" r="r" b="b"/>
            <a:pathLst>
              <a:path w="14275" h="14036" extrusionOk="0">
                <a:moveTo>
                  <a:pt x="10494" y="2304"/>
                </a:moveTo>
                <a:cubicBezTo>
                  <a:pt x="10827" y="2304"/>
                  <a:pt x="11160" y="2431"/>
                  <a:pt x="11411" y="2684"/>
                </a:cubicBezTo>
                <a:cubicBezTo>
                  <a:pt x="11495" y="2768"/>
                  <a:pt x="11607" y="2815"/>
                  <a:pt x="11725" y="2815"/>
                </a:cubicBezTo>
                <a:cubicBezTo>
                  <a:pt x="11767" y="2815"/>
                  <a:pt x="11810" y="2809"/>
                  <a:pt x="11852" y="2797"/>
                </a:cubicBezTo>
                <a:cubicBezTo>
                  <a:pt x="11885" y="2790"/>
                  <a:pt x="11918" y="2786"/>
                  <a:pt x="11950" y="2786"/>
                </a:cubicBezTo>
                <a:cubicBezTo>
                  <a:pt x="12140" y="2786"/>
                  <a:pt x="12312" y="2910"/>
                  <a:pt x="12355" y="3090"/>
                </a:cubicBezTo>
                <a:cubicBezTo>
                  <a:pt x="12422" y="3316"/>
                  <a:pt x="12289" y="3542"/>
                  <a:pt x="12063" y="3593"/>
                </a:cubicBezTo>
                <a:cubicBezTo>
                  <a:pt x="11949" y="3626"/>
                  <a:pt x="11834" y="3642"/>
                  <a:pt x="11719" y="3642"/>
                </a:cubicBezTo>
                <a:cubicBezTo>
                  <a:pt x="11390" y="3642"/>
                  <a:pt x="11069" y="3510"/>
                  <a:pt x="10826" y="3269"/>
                </a:cubicBezTo>
                <a:cubicBezTo>
                  <a:pt x="10736" y="3180"/>
                  <a:pt x="10615" y="3135"/>
                  <a:pt x="10493" y="3135"/>
                </a:cubicBezTo>
                <a:cubicBezTo>
                  <a:pt x="10371" y="3135"/>
                  <a:pt x="10249" y="3180"/>
                  <a:pt x="10159" y="3269"/>
                </a:cubicBezTo>
                <a:cubicBezTo>
                  <a:pt x="9984" y="3445"/>
                  <a:pt x="9984" y="3737"/>
                  <a:pt x="10159" y="3917"/>
                </a:cubicBezTo>
                <a:cubicBezTo>
                  <a:pt x="10666" y="4420"/>
                  <a:pt x="10666" y="5251"/>
                  <a:pt x="10159" y="5739"/>
                </a:cubicBezTo>
                <a:cubicBezTo>
                  <a:pt x="9907" y="5990"/>
                  <a:pt x="9579" y="6116"/>
                  <a:pt x="9250" y="6116"/>
                </a:cubicBezTo>
                <a:cubicBezTo>
                  <a:pt x="8921" y="6116"/>
                  <a:pt x="8593" y="5990"/>
                  <a:pt x="8341" y="5739"/>
                </a:cubicBezTo>
                <a:cubicBezTo>
                  <a:pt x="8251" y="5649"/>
                  <a:pt x="8133" y="5604"/>
                  <a:pt x="8015" y="5604"/>
                </a:cubicBezTo>
                <a:cubicBezTo>
                  <a:pt x="7897" y="5604"/>
                  <a:pt x="7779" y="5649"/>
                  <a:pt x="7690" y="5739"/>
                </a:cubicBezTo>
                <a:cubicBezTo>
                  <a:pt x="7495" y="5934"/>
                  <a:pt x="7495" y="6226"/>
                  <a:pt x="7690" y="6406"/>
                </a:cubicBezTo>
                <a:cubicBezTo>
                  <a:pt x="8177" y="6909"/>
                  <a:pt x="8177" y="7721"/>
                  <a:pt x="7690" y="8224"/>
                </a:cubicBezTo>
                <a:cubicBezTo>
                  <a:pt x="7438" y="8477"/>
                  <a:pt x="7105" y="8604"/>
                  <a:pt x="6771" y="8604"/>
                </a:cubicBezTo>
                <a:cubicBezTo>
                  <a:pt x="6437" y="8604"/>
                  <a:pt x="6104" y="8477"/>
                  <a:pt x="5852" y="8224"/>
                </a:cubicBezTo>
                <a:cubicBezTo>
                  <a:pt x="5769" y="8140"/>
                  <a:pt x="5648" y="8093"/>
                  <a:pt x="5533" y="8093"/>
                </a:cubicBezTo>
                <a:cubicBezTo>
                  <a:pt x="5493" y="8093"/>
                  <a:pt x="5453" y="8098"/>
                  <a:pt x="5415" y="8111"/>
                </a:cubicBezTo>
                <a:cubicBezTo>
                  <a:pt x="5382" y="8118"/>
                  <a:pt x="5349" y="8121"/>
                  <a:pt x="5316" y="8121"/>
                </a:cubicBezTo>
                <a:cubicBezTo>
                  <a:pt x="5124" y="8121"/>
                  <a:pt x="4952" y="7998"/>
                  <a:pt x="4912" y="7818"/>
                </a:cubicBezTo>
                <a:cubicBezTo>
                  <a:pt x="4846" y="7592"/>
                  <a:pt x="4975" y="7366"/>
                  <a:pt x="5205" y="7315"/>
                </a:cubicBezTo>
                <a:cubicBezTo>
                  <a:pt x="5315" y="7286"/>
                  <a:pt x="5427" y="7272"/>
                  <a:pt x="5539" y="7272"/>
                </a:cubicBezTo>
                <a:cubicBezTo>
                  <a:pt x="5870" y="7272"/>
                  <a:pt x="6195" y="7396"/>
                  <a:pt x="6437" y="7639"/>
                </a:cubicBezTo>
                <a:cubicBezTo>
                  <a:pt x="6527" y="7736"/>
                  <a:pt x="6649" y="7785"/>
                  <a:pt x="6771" y="7785"/>
                </a:cubicBezTo>
                <a:cubicBezTo>
                  <a:pt x="6893" y="7785"/>
                  <a:pt x="7015" y="7736"/>
                  <a:pt x="7105" y="7639"/>
                </a:cubicBezTo>
                <a:cubicBezTo>
                  <a:pt x="7284" y="7463"/>
                  <a:pt x="7284" y="7170"/>
                  <a:pt x="7105" y="6991"/>
                </a:cubicBezTo>
                <a:cubicBezTo>
                  <a:pt x="6601" y="6488"/>
                  <a:pt x="6601" y="5672"/>
                  <a:pt x="7105" y="5169"/>
                </a:cubicBezTo>
                <a:cubicBezTo>
                  <a:pt x="7356" y="4918"/>
                  <a:pt x="7686" y="4792"/>
                  <a:pt x="8015" y="4792"/>
                </a:cubicBezTo>
                <a:cubicBezTo>
                  <a:pt x="8345" y="4792"/>
                  <a:pt x="8675" y="4918"/>
                  <a:pt x="8926" y="5169"/>
                </a:cubicBezTo>
                <a:cubicBezTo>
                  <a:pt x="9016" y="5259"/>
                  <a:pt x="9134" y="5304"/>
                  <a:pt x="9252" y="5304"/>
                </a:cubicBezTo>
                <a:cubicBezTo>
                  <a:pt x="9369" y="5304"/>
                  <a:pt x="9486" y="5259"/>
                  <a:pt x="9574" y="5169"/>
                </a:cubicBezTo>
                <a:cubicBezTo>
                  <a:pt x="9769" y="4974"/>
                  <a:pt x="9769" y="4682"/>
                  <a:pt x="9574" y="4502"/>
                </a:cubicBezTo>
                <a:cubicBezTo>
                  <a:pt x="9086" y="3999"/>
                  <a:pt x="9086" y="3187"/>
                  <a:pt x="9574" y="2684"/>
                </a:cubicBezTo>
                <a:cubicBezTo>
                  <a:pt x="9828" y="2431"/>
                  <a:pt x="10161" y="2304"/>
                  <a:pt x="10494" y="2304"/>
                </a:cubicBezTo>
                <a:close/>
                <a:moveTo>
                  <a:pt x="10847" y="0"/>
                </a:moveTo>
                <a:cubicBezTo>
                  <a:pt x="10677" y="0"/>
                  <a:pt x="10497" y="16"/>
                  <a:pt x="10307" y="51"/>
                </a:cubicBezTo>
                <a:cubicBezTo>
                  <a:pt x="9121" y="246"/>
                  <a:pt x="7721" y="1171"/>
                  <a:pt x="6032" y="2860"/>
                </a:cubicBezTo>
                <a:cubicBezTo>
                  <a:pt x="4343" y="4537"/>
                  <a:pt x="3430" y="5934"/>
                  <a:pt x="3219" y="7120"/>
                </a:cubicBezTo>
                <a:cubicBezTo>
                  <a:pt x="3024" y="8224"/>
                  <a:pt x="3480" y="9024"/>
                  <a:pt x="3937" y="9558"/>
                </a:cubicBezTo>
                <a:lnTo>
                  <a:pt x="164" y="13346"/>
                </a:lnTo>
                <a:cubicBezTo>
                  <a:pt x="1" y="13490"/>
                  <a:pt x="1" y="13752"/>
                  <a:pt x="164" y="13916"/>
                </a:cubicBezTo>
                <a:cubicBezTo>
                  <a:pt x="246" y="13996"/>
                  <a:pt x="352" y="14036"/>
                  <a:pt x="457" y="14036"/>
                </a:cubicBezTo>
                <a:cubicBezTo>
                  <a:pt x="562" y="14036"/>
                  <a:pt x="668" y="13996"/>
                  <a:pt x="750" y="13916"/>
                </a:cubicBezTo>
                <a:lnTo>
                  <a:pt x="4522" y="10143"/>
                </a:lnTo>
                <a:cubicBezTo>
                  <a:pt x="5093" y="10635"/>
                  <a:pt x="5730" y="10920"/>
                  <a:pt x="6459" y="10920"/>
                </a:cubicBezTo>
                <a:cubicBezTo>
                  <a:pt x="6621" y="10920"/>
                  <a:pt x="6788" y="10906"/>
                  <a:pt x="6960" y="10877"/>
                </a:cubicBezTo>
                <a:cubicBezTo>
                  <a:pt x="8146" y="10662"/>
                  <a:pt x="9543" y="9737"/>
                  <a:pt x="11232" y="8048"/>
                </a:cubicBezTo>
                <a:cubicBezTo>
                  <a:pt x="12925" y="6371"/>
                  <a:pt x="13834" y="4974"/>
                  <a:pt x="14045" y="3788"/>
                </a:cubicBezTo>
                <a:cubicBezTo>
                  <a:pt x="14275" y="2454"/>
                  <a:pt x="13592" y="1576"/>
                  <a:pt x="13038" y="1042"/>
                </a:cubicBezTo>
                <a:cubicBezTo>
                  <a:pt x="12576" y="580"/>
                  <a:pt x="11879" y="0"/>
                  <a:pt x="1084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43150" y="4609500"/>
            <a:ext cx="352000" cy="351300"/>
          </a:xfrm>
          <a:custGeom>
            <a:avLst/>
            <a:gdLst/>
            <a:ahLst/>
            <a:cxnLst/>
            <a:rect l="l" t="t" r="r" b="b"/>
            <a:pathLst>
              <a:path w="14080" h="14052" extrusionOk="0">
                <a:moveTo>
                  <a:pt x="13640" y="0"/>
                </a:moveTo>
                <a:cubicBezTo>
                  <a:pt x="13534" y="0"/>
                  <a:pt x="13428" y="40"/>
                  <a:pt x="13346" y="120"/>
                </a:cubicBezTo>
                <a:lnTo>
                  <a:pt x="12582" y="885"/>
                </a:lnTo>
                <a:cubicBezTo>
                  <a:pt x="12350" y="757"/>
                  <a:pt x="12091" y="692"/>
                  <a:pt x="11832" y="692"/>
                </a:cubicBezTo>
                <a:cubicBezTo>
                  <a:pt x="11437" y="692"/>
                  <a:pt x="11043" y="842"/>
                  <a:pt x="10748" y="1146"/>
                </a:cubicBezTo>
                <a:cubicBezTo>
                  <a:pt x="10276" y="1599"/>
                  <a:pt x="10179" y="2282"/>
                  <a:pt x="10420" y="2851"/>
                </a:cubicBezTo>
                <a:cubicBezTo>
                  <a:pt x="10323" y="2836"/>
                  <a:pt x="10374" y="2836"/>
                  <a:pt x="9137" y="2836"/>
                </a:cubicBezTo>
                <a:cubicBezTo>
                  <a:pt x="8634" y="2836"/>
                  <a:pt x="8212" y="3257"/>
                  <a:pt x="8212" y="3780"/>
                </a:cubicBezTo>
                <a:cubicBezTo>
                  <a:pt x="8212" y="4981"/>
                  <a:pt x="8212" y="4950"/>
                  <a:pt x="8228" y="5063"/>
                </a:cubicBezTo>
                <a:cubicBezTo>
                  <a:pt x="8026" y="4970"/>
                  <a:pt x="7810" y="4925"/>
                  <a:pt x="7595" y="4925"/>
                </a:cubicBezTo>
                <a:cubicBezTo>
                  <a:pt x="7201" y="4925"/>
                  <a:pt x="6808" y="5076"/>
                  <a:pt x="6504" y="5371"/>
                </a:cubicBezTo>
                <a:cubicBezTo>
                  <a:pt x="6047" y="5843"/>
                  <a:pt x="5934" y="6526"/>
                  <a:pt x="6195" y="7096"/>
                </a:cubicBezTo>
                <a:cubicBezTo>
                  <a:pt x="6082" y="7080"/>
                  <a:pt x="6145" y="7080"/>
                  <a:pt x="4912" y="7080"/>
                </a:cubicBezTo>
                <a:cubicBezTo>
                  <a:pt x="4389" y="7080"/>
                  <a:pt x="3968" y="7501"/>
                  <a:pt x="3968" y="8005"/>
                </a:cubicBezTo>
                <a:lnTo>
                  <a:pt x="3968" y="9144"/>
                </a:lnTo>
                <a:cubicBezTo>
                  <a:pt x="3968" y="9241"/>
                  <a:pt x="3984" y="9354"/>
                  <a:pt x="4019" y="9452"/>
                </a:cubicBezTo>
                <a:lnTo>
                  <a:pt x="2244" y="11223"/>
                </a:lnTo>
                <a:cubicBezTo>
                  <a:pt x="2017" y="11094"/>
                  <a:pt x="1775" y="11028"/>
                  <a:pt x="1514" y="11028"/>
                </a:cubicBezTo>
                <a:cubicBezTo>
                  <a:pt x="683" y="11028"/>
                  <a:pt x="0" y="11711"/>
                  <a:pt x="0" y="12542"/>
                </a:cubicBezTo>
                <a:cubicBezTo>
                  <a:pt x="0" y="13369"/>
                  <a:pt x="683" y="14051"/>
                  <a:pt x="1514" y="14051"/>
                </a:cubicBezTo>
                <a:cubicBezTo>
                  <a:pt x="1740" y="14051"/>
                  <a:pt x="1920" y="13856"/>
                  <a:pt x="1920" y="13630"/>
                </a:cubicBezTo>
                <a:cubicBezTo>
                  <a:pt x="1920" y="13400"/>
                  <a:pt x="1740" y="13224"/>
                  <a:pt x="1514" y="13224"/>
                </a:cubicBezTo>
                <a:cubicBezTo>
                  <a:pt x="1140" y="13224"/>
                  <a:pt x="831" y="12912"/>
                  <a:pt x="831" y="12542"/>
                </a:cubicBezTo>
                <a:cubicBezTo>
                  <a:pt x="831" y="12167"/>
                  <a:pt x="1140" y="11859"/>
                  <a:pt x="1514" y="11859"/>
                </a:cubicBezTo>
                <a:cubicBezTo>
                  <a:pt x="1694" y="11859"/>
                  <a:pt x="1873" y="11921"/>
                  <a:pt x="2002" y="12054"/>
                </a:cubicBezTo>
                <a:cubicBezTo>
                  <a:pt x="2084" y="12134"/>
                  <a:pt x="2189" y="12174"/>
                  <a:pt x="2292" y="12174"/>
                </a:cubicBezTo>
                <a:cubicBezTo>
                  <a:pt x="2396" y="12174"/>
                  <a:pt x="2497" y="12134"/>
                  <a:pt x="2571" y="12054"/>
                </a:cubicBezTo>
                <a:lnTo>
                  <a:pt x="4604" y="10021"/>
                </a:lnTo>
                <a:cubicBezTo>
                  <a:pt x="4701" y="10053"/>
                  <a:pt x="4799" y="10068"/>
                  <a:pt x="4912" y="10068"/>
                </a:cubicBezTo>
                <a:lnTo>
                  <a:pt x="6032" y="10068"/>
                </a:lnTo>
                <a:cubicBezTo>
                  <a:pt x="6554" y="10068"/>
                  <a:pt x="6976" y="9663"/>
                  <a:pt x="6976" y="9144"/>
                </a:cubicBezTo>
                <a:cubicBezTo>
                  <a:pt x="6976" y="7923"/>
                  <a:pt x="6976" y="7973"/>
                  <a:pt x="6960" y="7860"/>
                </a:cubicBezTo>
                <a:lnTo>
                  <a:pt x="6960" y="7860"/>
                </a:lnTo>
                <a:cubicBezTo>
                  <a:pt x="7158" y="7947"/>
                  <a:pt x="7376" y="7992"/>
                  <a:pt x="7596" y="7992"/>
                </a:cubicBezTo>
                <a:cubicBezTo>
                  <a:pt x="7986" y="7992"/>
                  <a:pt x="8381" y="7850"/>
                  <a:pt x="8680" y="7548"/>
                </a:cubicBezTo>
                <a:cubicBezTo>
                  <a:pt x="9137" y="7080"/>
                  <a:pt x="9250" y="6397"/>
                  <a:pt x="8993" y="5828"/>
                </a:cubicBezTo>
                <a:lnTo>
                  <a:pt x="8993" y="5828"/>
                </a:lnTo>
                <a:cubicBezTo>
                  <a:pt x="9039" y="5843"/>
                  <a:pt x="9090" y="5843"/>
                  <a:pt x="9137" y="5843"/>
                </a:cubicBezTo>
                <a:lnTo>
                  <a:pt x="10276" y="5843"/>
                </a:lnTo>
                <a:cubicBezTo>
                  <a:pt x="10795" y="5843"/>
                  <a:pt x="11201" y="5422"/>
                  <a:pt x="11201" y="4899"/>
                </a:cubicBezTo>
                <a:cubicBezTo>
                  <a:pt x="11201" y="3698"/>
                  <a:pt x="11216" y="3729"/>
                  <a:pt x="11201" y="3616"/>
                </a:cubicBezTo>
                <a:lnTo>
                  <a:pt x="11201" y="3616"/>
                </a:lnTo>
                <a:cubicBezTo>
                  <a:pt x="11401" y="3710"/>
                  <a:pt x="11620" y="3758"/>
                  <a:pt x="11839" y="3758"/>
                </a:cubicBezTo>
                <a:cubicBezTo>
                  <a:pt x="12228" y="3758"/>
                  <a:pt x="12618" y="3609"/>
                  <a:pt x="12909" y="3308"/>
                </a:cubicBezTo>
                <a:cubicBezTo>
                  <a:pt x="13413" y="2804"/>
                  <a:pt x="13494" y="2055"/>
                  <a:pt x="13167" y="1470"/>
                </a:cubicBezTo>
                <a:lnTo>
                  <a:pt x="13931" y="705"/>
                </a:lnTo>
                <a:cubicBezTo>
                  <a:pt x="14080" y="546"/>
                  <a:pt x="14080" y="284"/>
                  <a:pt x="13931" y="120"/>
                </a:cubicBezTo>
                <a:cubicBezTo>
                  <a:pt x="13851" y="40"/>
                  <a:pt x="13746" y="0"/>
                  <a:pt x="1364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17750" y="585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017888" y="2278465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2" hasCustomPrompt="1"/>
          </p:nvPr>
        </p:nvSpPr>
        <p:spPr>
          <a:xfrm>
            <a:off x="1717957" y="139947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3"/>
          </p:nvPr>
        </p:nvSpPr>
        <p:spPr>
          <a:xfrm>
            <a:off x="3496455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4" hasCustomPrompt="1"/>
          </p:nvPr>
        </p:nvSpPr>
        <p:spPr>
          <a:xfrm>
            <a:off x="4196586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5"/>
          </p:nvPr>
        </p:nvSpPr>
        <p:spPr>
          <a:xfrm>
            <a:off x="1017888" y="38635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6" hasCustomPrompt="1"/>
          </p:nvPr>
        </p:nvSpPr>
        <p:spPr>
          <a:xfrm>
            <a:off x="1717949" y="298455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7"/>
          </p:nvPr>
        </p:nvSpPr>
        <p:spPr>
          <a:xfrm>
            <a:off x="3496444" y="386357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8" hasCustomPrompt="1"/>
          </p:nvPr>
        </p:nvSpPr>
        <p:spPr>
          <a:xfrm>
            <a:off x="4196586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9"/>
          </p:nvPr>
        </p:nvSpPr>
        <p:spPr>
          <a:xfrm>
            <a:off x="1017900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3"/>
          </p:nvPr>
        </p:nvSpPr>
        <p:spPr>
          <a:xfrm>
            <a:off x="3496502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14"/>
          </p:nvPr>
        </p:nvSpPr>
        <p:spPr>
          <a:xfrm>
            <a:off x="1018025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15"/>
          </p:nvPr>
        </p:nvSpPr>
        <p:spPr>
          <a:xfrm>
            <a:off x="3496627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6"/>
          </p:nvPr>
        </p:nvSpPr>
        <p:spPr>
          <a:xfrm>
            <a:off x="5975023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17" hasCustomPrompt="1"/>
          </p:nvPr>
        </p:nvSpPr>
        <p:spPr>
          <a:xfrm>
            <a:off x="6675048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18"/>
          </p:nvPr>
        </p:nvSpPr>
        <p:spPr>
          <a:xfrm>
            <a:off x="5975000" y="386357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19" hasCustomPrompt="1"/>
          </p:nvPr>
        </p:nvSpPr>
        <p:spPr>
          <a:xfrm>
            <a:off x="6675048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20"/>
          </p:nvPr>
        </p:nvSpPr>
        <p:spPr>
          <a:xfrm>
            <a:off x="5974977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21"/>
          </p:nvPr>
        </p:nvSpPr>
        <p:spPr>
          <a:xfrm>
            <a:off x="5975102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4" name="Google Shape;204;p13"/>
          <p:cNvGrpSpPr/>
          <p:nvPr/>
        </p:nvGrpSpPr>
        <p:grpSpPr>
          <a:xfrm rot="1458414">
            <a:off x="8437402" y="4499418"/>
            <a:ext cx="351104" cy="207263"/>
            <a:chOff x="2642925" y="4284475"/>
            <a:chExt cx="351125" cy="207275"/>
          </a:xfrm>
        </p:grpSpPr>
        <p:sp>
          <p:nvSpPr>
            <p:cNvPr id="205" name="Google Shape;205;p13"/>
            <p:cNvSpPr/>
            <p:nvPr/>
          </p:nvSpPr>
          <p:spPr>
            <a:xfrm>
              <a:off x="2888425" y="4349900"/>
              <a:ext cx="23525" cy="23150"/>
            </a:xfrm>
            <a:custGeom>
              <a:avLst/>
              <a:gdLst/>
              <a:ahLst/>
              <a:cxnLst/>
              <a:rect l="l" t="t" r="r" b="b"/>
              <a:pathLst>
                <a:path w="941" h="926" extrusionOk="0">
                  <a:moveTo>
                    <a:pt x="472" y="1"/>
                  </a:moveTo>
                  <a:cubicBezTo>
                    <a:pt x="211" y="1"/>
                    <a:pt x="0" y="212"/>
                    <a:pt x="0" y="457"/>
                  </a:cubicBezTo>
                  <a:cubicBezTo>
                    <a:pt x="0" y="715"/>
                    <a:pt x="211" y="925"/>
                    <a:pt x="472" y="925"/>
                  </a:cubicBezTo>
                  <a:cubicBezTo>
                    <a:pt x="730" y="925"/>
                    <a:pt x="940" y="715"/>
                    <a:pt x="940" y="457"/>
                  </a:cubicBezTo>
                  <a:cubicBezTo>
                    <a:pt x="940" y="212"/>
                    <a:pt x="730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2829025" y="4284475"/>
              <a:ext cx="142700" cy="142700"/>
            </a:xfrm>
            <a:custGeom>
              <a:avLst/>
              <a:gdLst/>
              <a:ahLst/>
              <a:cxnLst/>
              <a:rect l="l" t="t" r="r" b="b"/>
              <a:pathLst>
                <a:path w="5708" h="5708" extrusionOk="0">
                  <a:moveTo>
                    <a:pt x="2848" y="1787"/>
                  </a:moveTo>
                  <a:cubicBezTo>
                    <a:pt x="3562" y="1787"/>
                    <a:pt x="4132" y="2372"/>
                    <a:pt x="4132" y="3074"/>
                  </a:cubicBezTo>
                  <a:cubicBezTo>
                    <a:pt x="4132" y="3788"/>
                    <a:pt x="3562" y="4373"/>
                    <a:pt x="2848" y="4373"/>
                  </a:cubicBezTo>
                  <a:cubicBezTo>
                    <a:pt x="2130" y="4373"/>
                    <a:pt x="1561" y="3788"/>
                    <a:pt x="1561" y="3074"/>
                  </a:cubicBezTo>
                  <a:cubicBezTo>
                    <a:pt x="1561" y="2372"/>
                    <a:pt x="2130" y="1787"/>
                    <a:pt x="2848" y="1787"/>
                  </a:cubicBezTo>
                  <a:close/>
                  <a:moveTo>
                    <a:pt x="2848" y="0"/>
                  </a:moveTo>
                  <a:cubicBezTo>
                    <a:pt x="1596" y="0"/>
                    <a:pt x="0" y="2505"/>
                    <a:pt x="0" y="4178"/>
                  </a:cubicBezTo>
                  <a:cubicBezTo>
                    <a:pt x="0" y="5364"/>
                    <a:pt x="976" y="5708"/>
                    <a:pt x="2848" y="5708"/>
                  </a:cubicBezTo>
                  <a:cubicBezTo>
                    <a:pt x="4717" y="5708"/>
                    <a:pt x="5708" y="5364"/>
                    <a:pt x="5708" y="4178"/>
                  </a:cubicBezTo>
                  <a:cubicBezTo>
                    <a:pt x="5708" y="2602"/>
                    <a:pt x="4178" y="0"/>
                    <a:pt x="2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2642925" y="4447825"/>
              <a:ext cx="351125" cy="43925"/>
            </a:xfrm>
            <a:custGeom>
              <a:avLst/>
              <a:gdLst/>
              <a:ahLst/>
              <a:cxnLst/>
              <a:rect l="l" t="t" r="r" b="b"/>
              <a:pathLst>
                <a:path w="14045" h="1757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350"/>
                  </a:lnTo>
                  <a:cubicBezTo>
                    <a:pt x="1" y="1577"/>
                    <a:pt x="196" y="1756"/>
                    <a:pt x="422" y="1756"/>
                  </a:cubicBezTo>
                  <a:lnTo>
                    <a:pt x="13639" y="1756"/>
                  </a:lnTo>
                  <a:cubicBezTo>
                    <a:pt x="13866" y="1756"/>
                    <a:pt x="14045" y="1577"/>
                    <a:pt x="14045" y="1350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2983900" y="4447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2719775" y="4382775"/>
              <a:ext cx="34550" cy="44575"/>
            </a:xfrm>
            <a:custGeom>
              <a:avLst/>
              <a:gdLst/>
              <a:ahLst/>
              <a:cxnLst/>
              <a:rect l="l" t="t" r="r" b="b"/>
              <a:pathLst>
                <a:path w="1382" h="1783" extrusionOk="0">
                  <a:moveTo>
                    <a:pt x="1" y="1"/>
                  </a:moveTo>
                  <a:lnTo>
                    <a:pt x="1" y="1756"/>
                  </a:lnTo>
                  <a:cubicBezTo>
                    <a:pt x="212" y="1774"/>
                    <a:pt x="451" y="1782"/>
                    <a:pt x="690" y="1782"/>
                  </a:cubicBezTo>
                  <a:cubicBezTo>
                    <a:pt x="929" y="1782"/>
                    <a:pt x="1169" y="1774"/>
                    <a:pt x="1382" y="1756"/>
                  </a:cubicBezTo>
                  <a:lnTo>
                    <a:pt x="13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2665650" y="4284475"/>
              <a:ext cx="142725" cy="139775"/>
            </a:xfrm>
            <a:custGeom>
              <a:avLst/>
              <a:gdLst/>
              <a:ahLst/>
              <a:cxnLst/>
              <a:rect l="l" t="t" r="r" b="b"/>
              <a:pathLst>
                <a:path w="5709" h="5591" extrusionOk="0">
                  <a:moveTo>
                    <a:pt x="2849" y="0"/>
                  </a:moveTo>
                  <a:cubicBezTo>
                    <a:pt x="1612" y="0"/>
                    <a:pt x="1" y="2505"/>
                    <a:pt x="1" y="4178"/>
                  </a:cubicBezTo>
                  <a:cubicBezTo>
                    <a:pt x="1" y="4990"/>
                    <a:pt x="457" y="5396"/>
                    <a:pt x="1351" y="5591"/>
                  </a:cubicBezTo>
                  <a:lnTo>
                    <a:pt x="1351" y="3511"/>
                  </a:lnTo>
                  <a:cubicBezTo>
                    <a:pt x="1351" y="3301"/>
                    <a:pt x="1530" y="3106"/>
                    <a:pt x="1756" y="3106"/>
                  </a:cubicBezTo>
                  <a:lnTo>
                    <a:pt x="3953" y="3106"/>
                  </a:lnTo>
                  <a:cubicBezTo>
                    <a:pt x="4179" y="3106"/>
                    <a:pt x="4358" y="3301"/>
                    <a:pt x="4358" y="3511"/>
                  </a:cubicBezTo>
                  <a:lnTo>
                    <a:pt x="4358" y="5591"/>
                  </a:lnTo>
                  <a:cubicBezTo>
                    <a:pt x="5252" y="5396"/>
                    <a:pt x="5708" y="4990"/>
                    <a:pt x="5708" y="4178"/>
                  </a:cubicBezTo>
                  <a:cubicBezTo>
                    <a:pt x="5708" y="2602"/>
                    <a:pt x="4179" y="0"/>
                    <a:pt x="2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13"/>
          <p:cNvGrpSpPr/>
          <p:nvPr/>
        </p:nvGrpSpPr>
        <p:grpSpPr>
          <a:xfrm rot="2052487">
            <a:off x="598568" y="216523"/>
            <a:ext cx="351125" cy="351125"/>
            <a:chOff x="2140275" y="1682900"/>
            <a:chExt cx="351125" cy="351125"/>
          </a:xfrm>
        </p:grpSpPr>
        <p:sp>
          <p:nvSpPr>
            <p:cNvPr id="212" name="Google Shape;212;p13"/>
            <p:cNvSpPr/>
            <p:nvPr/>
          </p:nvSpPr>
          <p:spPr>
            <a:xfrm>
              <a:off x="2140275" y="1682900"/>
              <a:ext cx="351125" cy="351125"/>
            </a:xfrm>
            <a:custGeom>
              <a:avLst/>
              <a:gdLst/>
              <a:ahLst/>
              <a:cxnLst/>
              <a:rect l="l" t="t" r="r" b="b"/>
              <a:pathLst>
                <a:path w="14045" h="14045" extrusionOk="0">
                  <a:moveTo>
                    <a:pt x="6355" y="3804"/>
                  </a:moveTo>
                  <a:lnTo>
                    <a:pt x="6355" y="6355"/>
                  </a:lnTo>
                  <a:lnTo>
                    <a:pt x="3804" y="6355"/>
                  </a:lnTo>
                  <a:lnTo>
                    <a:pt x="3804" y="3804"/>
                  </a:lnTo>
                  <a:close/>
                  <a:moveTo>
                    <a:pt x="10256" y="3804"/>
                  </a:moveTo>
                  <a:lnTo>
                    <a:pt x="10256" y="6355"/>
                  </a:lnTo>
                  <a:lnTo>
                    <a:pt x="7705" y="6355"/>
                  </a:lnTo>
                  <a:lnTo>
                    <a:pt x="7705" y="3804"/>
                  </a:lnTo>
                  <a:close/>
                  <a:moveTo>
                    <a:pt x="6355" y="7689"/>
                  </a:moveTo>
                  <a:lnTo>
                    <a:pt x="6355" y="10241"/>
                  </a:lnTo>
                  <a:lnTo>
                    <a:pt x="3804" y="10241"/>
                  </a:lnTo>
                  <a:lnTo>
                    <a:pt x="3804" y="7689"/>
                  </a:lnTo>
                  <a:close/>
                  <a:moveTo>
                    <a:pt x="10256" y="7689"/>
                  </a:moveTo>
                  <a:lnTo>
                    <a:pt x="10256" y="10241"/>
                  </a:lnTo>
                  <a:lnTo>
                    <a:pt x="7705" y="10241"/>
                  </a:lnTo>
                  <a:lnTo>
                    <a:pt x="7705" y="7689"/>
                  </a:lnTo>
                  <a:close/>
                  <a:moveTo>
                    <a:pt x="7022" y="0"/>
                  </a:moveTo>
                  <a:cubicBezTo>
                    <a:pt x="6664" y="0"/>
                    <a:pt x="6355" y="293"/>
                    <a:pt x="6355" y="667"/>
                  </a:cubicBezTo>
                  <a:lnTo>
                    <a:pt x="6355" y="2454"/>
                  </a:lnTo>
                  <a:lnTo>
                    <a:pt x="3804" y="2454"/>
                  </a:lnTo>
                  <a:lnTo>
                    <a:pt x="3804" y="1186"/>
                  </a:lnTo>
                  <a:cubicBezTo>
                    <a:pt x="3804" y="812"/>
                    <a:pt x="3511" y="519"/>
                    <a:pt x="3137" y="519"/>
                  </a:cubicBezTo>
                  <a:cubicBezTo>
                    <a:pt x="2762" y="519"/>
                    <a:pt x="2470" y="812"/>
                    <a:pt x="2470" y="1186"/>
                  </a:cubicBezTo>
                  <a:lnTo>
                    <a:pt x="2470" y="2454"/>
                  </a:lnTo>
                  <a:lnTo>
                    <a:pt x="1186" y="2454"/>
                  </a:lnTo>
                  <a:cubicBezTo>
                    <a:pt x="827" y="2454"/>
                    <a:pt x="519" y="2762"/>
                    <a:pt x="519" y="3121"/>
                  </a:cubicBezTo>
                  <a:cubicBezTo>
                    <a:pt x="519" y="3496"/>
                    <a:pt x="827" y="3804"/>
                    <a:pt x="1186" y="3804"/>
                  </a:cubicBezTo>
                  <a:lnTo>
                    <a:pt x="2470" y="3804"/>
                  </a:lnTo>
                  <a:lnTo>
                    <a:pt x="2470" y="6355"/>
                  </a:lnTo>
                  <a:lnTo>
                    <a:pt x="683" y="6355"/>
                  </a:lnTo>
                  <a:cubicBezTo>
                    <a:pt x="309" y="6355"/>
                    <a:pt x="0" y="6648"/>
                    <a:pt x="0" y="7022"/>
                  </a:cubicBezTo>
                  <a:cubicBezTo>
                    <a:pt x="0" y="7381"/>
                    <a:pt x="309" y="7689"/>
                    <a:pt x="683" y="7689"/>
                  </a:cubicBezTo>
                  <a:lnTo>
                    <a:pt x="2470" y="7689"/>
                  </a:lnTo>
                  <a:lnTo>
                    <a:pt x="2470" y="10241"/>
                  </a:lnTo>
                  <a:lnTo>
                    <a:pt x="1186" y="10241"/>
                  </a:lnTo>
                  <a:cubicBezTo>
                    <a:pt x="827" y="10241"/>
                    <a:pt x="519" y="10533"/>
                    <a:pt x="519" y="10908"/>
                  </a:cubicBezTo>
                  <a:cubicBezTo>
                    <a:pt x="519" y="11282"/>
                    <a:pt x="827" y="11575"/>
                    <a:pt x="1186" y="11575"/>
                  </a:cubicBezTo>
                  <a:lnTo>
                    <a:pt x="2470" y="11575"/>
                  </a:lnTo>
                  <a:lnTo>
                    <a:pt x="2470" y="12858"/>
                  </a:lnTo>
                  <a:cubicBezTo>
                    <a:pt x="2470" y="13217"/>
                    <a:pt x="2762" y="13525"/>
                    <a:pt x="3137" y="13525"/>
                  </a:cubicBezTo>
                  <a:cubicBezTo>
                    <a:pt x="3511" y="13525"/>
                    <a:pt x="3804" y="13217"/>
                    <a:pt x="3804" y="12858"/>
                  </a:cubicBezTo>
                  <a:lnTo>
                    <a:pt x="3804" y="11575"/>
                  </a:lnTo>
                  <a:lnTo>
                    <a:pt x="6355" y="11575"/>
                  </a:lnTo>
                  <a:lnTo>
                    <a:pt x="6355" y="13377"/>
                  </a:lnTo>
                  <a:cubicBezTo>
                    <a:pt x="6355" y="13736"/>
                    <a:pt x="6664" y="14044"/>
                    <a:pt x="7022" y="14044"/>
                  </a:cubicBezTo>
                  <a:cubicBezTo>
                    <a:pt x="7397" y="14044"/>
                    <a:pt x="7705" y="13736"/>
                    <a:pt x="7705" y="13377"/>
                  </a:cubicBezTo>
                  <a:lnTo>
                    <a:pt x="7705" y="11575"/>
                  </a:lnTo>
                  <a:lnTo>
                    <a:pt x="10256" y="11575"/>
                  </a:lnTo>
                  <a:lnTo>
                    <a:pt x="10256" y="12858"/>
                  </a:lnTo>
                  <a:cubicBezTo>
                    <a:pt x="10256" y="13217"/>
                    <a:pt x="10549" y="13525"/>
                    <a:pt x="10924" y="13525"/>
                  </a:cubicBezTo>
                  <a:cubicBezTo>
                    <a:pt x="11282" y="13525"/>
                    <a:pt x="11591" y="13217"/>
                    <a:pt x="11591" y="12858"/>
                  </a:cubicBezTo>
                  <a:lnTo>
                    <a:pt x="11591" y="11575"/>
                  </a:lnTo>
                  <a:lnTo>
                    <a:pt x="12859" y="11575"/>
                  </a:lnTo>
                  <a:cubicBezTo>
                    <a:pt x="13233" y="11575"/>
                    <a:pt x="13541" y="11282"/>
                    <a:pt x="13541" y="10908"/>
                  </a:cubicBezTo>
                  <a:cubicBezTo>
                    <a:pt x="13541" y="10533"/>
                    <a:pt x="13233" y="10241"/>
                    <a:pt x="12859" y="10241"/>
                  </a:cubicBezTo>
                  <a:lnTo>
                    <a:pt x="11591" y="10241"/>
                  </a:lnTo>
                  <a:lnTo>
                    <a:pt x="11591" y="7689"/>
                  </a:lnTo>
                  <a:lnTo>
                    <a:pt x="13377" y="7689"/>
                  </a:lnTo>
                  <a:cubicBezTo>
                    <a:pt x="13752" y="7689"/>
                    <a:pt x="14044" y="7381"/>
                    <a:pt x="14044" y="7022"/>
                  </a:cubicBezTo>
                  <a:cubicBezTo>
                    <a:pt x="14044" y="6648"/>
                    <a:pt x="13752" y="6355"/>
                    <a:pt x="13377" y="6355"/>
                  </a:cubicBezTo>
                  <a:lnTo>
                    <a:pt x="11591" y="6355"/>
                  </a:lnTo>
                  <a:lnTo>
                    <a:pt x="11591" y="3804"/>
                  </a:lnTo>
                  <a:lnTo>
                    <a:pt x="12859" y="3804"/>
                  </a:lnTo>
                  <a:cubicBezTo>
                    <a:pt x="13233" y="3804"/>
                    <a:pt x="13541" y="3496"/>
                    <a:pt x="13541" y="3121"/>
                  </a:cubicBezTo>
                  <a:cubicBezTo>
                    <a:pt x="13541" y="2762"/>
                    <a:pt x="13233" y="2454"/>
                    <a:pt x="12859" y="2454"/>
                  </a:cubicBezTo>
                  <a:lnTo>
                    <a:pt x="11591" y="2454"/>
                  </a:lnTo>
                  <a:lnTo>
                    <a:pt x="11591" y="1186"/>
                  </a:lnTo>
                  <a:cubicBezTo>
                    <a:pt x="11591" y="812"/>
                    <a:pt x="11282" y="519"/>
                    <a:pt x="10924" y="519"/>
                  </a:cubicBezTo>
                  <a:cubicBezTo>
                    <a:pt x="10549" y="519"/>
                    <a:pt x="10256" y="812"/>
                    <a:pt x="10256" y="1186"/>
                  </a:cubicBezTo>
                  <a:lnTo>
                    <a:pt x="10256" y="2454"/>
                  </a:lnTo>
                  <a:lnTo>
                    <a:pt x="7705" y="2454"/>
                  </a:lnTo>
                  <a:lnTo>
                    <a:pt x="7705" y="667"/>
                  </a:lnTo>
                  <a:cubicBezTo>
                    <a:pt x="7705" y="293"/>
                    <a:pt x="7397" y="0"/>
                    <a:pt x="7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2353175" y="1698800"/>
              <a:ext cx="23250" cy="25175"/>
            </a:xfrm>
            <a:custGeom>
              <a:avLst/>
              <a:gdLst/>
              <a:ahLst/>
              <a:cxnLst/>
              <a:rect l="l" t="t" r="r" b="b"/>
              <a:pathLst>
                <a:path w="930" h="1007" extrusionOk="0">
                  <a:moveTo>
                    <a:pt x="1" y="0"/>
                  </a:moveTo>
                  <a:lnTo>
                    <a:pt x="1" y="31"/>
                  </a:lnTo>
                  <a:lnTo>
                    <a:pt x="1" y="1007"/>
                  </a:lnTo>
                  <a:lnTo>
                    <a:pt x="913" y="1007"/>
                  </a:lnTo>
                  <a:lnTo>
                    <a:pt x="913" y="550"/>
                  </a:lnTo>
                  <a:cubicBezTo>
                    <a:pt x="913" y="453"/>
                    <a:pt x="929" y="371"/>
                    <a:pt x="929" y="293"/>
                  </a:cubicBezTo>
                  <a:cubicBezTo>
                    <a:pt x="636" y="160"/>
                    <a:pt x="328" y="6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2353175" y="1895800"/>
              <a:ext cx="22850" cy="22450"/>
            </a:xfrm>
            <a:custGeom>
              <a:avLst/>
              <a:gdLst/>
              <a:ahLst/>
              <a:cxnLst/>
              <a:rect l="l" t="t" r="r" b="b"/>
              <a:pathLst>
                <a:path w="914" h="898" extrusionOk="0">
                  <a:moveTo>
                    <a:pt x="1" y="0"/>
                  </a:moveTo>
                  <a:lnTo>
                    <a:pt x="1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215655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274" y="1"/>
                  </a:moveTo>
                  <a:cubicBezTo>
                    <a:pt x="161" y="293"/>
                    <a:pt x="63" y="601"/>
                    <a:pt x="1" y="929"/>
                  </a:cubicBezTo>
                  <a:lnTo>
                    <a:pt x="992" y="929"/>
                  </a:lnTo>
                  <a:lnTo>
                    <a:pt x="992" y="16"/>
                  </a:lnTo>
                  <a:lnTo>
                    <a:pt x="535" y="16"/>
                  </a:lnTo>
                  <a:cubicBezTo>
                    <a:pt x="453" y="16"/>
                    <a:pt x="371" y="16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2353175" y="1798275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1" y="0"/>
                  </a:moveTo>
                  <a:lnTo>
                    <a:pt x="1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2256050" y="1798275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0" y="0"/>
                  </a:moveTo>
                  <a:lnTo>
                    <a:pt x="0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245070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992" y="1"/>
                  </a:moveTo>
                  <a:lnTo>
                    <a:pt x="992" y="1"/>
                  </a:lnTo>
                  <a:cubicBezTo>
                    <a:pt x="992" y="1"/>
                    <a:pt x="976" y="16"/>
                    <a:pt x="960" y="16"/>
                  </a:cubicBezTo>
                  <a:lnTo>
                    <a:pt x="1" y="16"/>
                  </a:lnTo>
                  <a:lnTo>
                    <a:pt x="1" y="914"/>
                  </a:lnTo>
                  <a:lnTo>
                    <a:pt x="442" y="914"/>
                  </a:lnTo>
                  <a:cubicBezTo>
                    <a:pt x="539" y="914"/>
                    <a:pt x="621" y="929"/>
                    <a:pt x="699" y="945"/>
                  </a:cubicBezTo>
                  <a:cubicBezTo>
                    <a:pt x="832" y="637"/>
                    <a:pt x="929" y="328"/>
                    <a:pt x="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2353175" y="1992925"/>
              <a:ext cx="23250" cy="25300"/>
            </a:xfrm>
            <a:custGeom>
              <a:avLst/>
              <a:gdLst/>
              <a:ahLst/>
              <a:cxnLst/>
              <a:rect l="l" t="t" r="r" b="b"/>
              <a:pathLst>
                <a:path w="930" h="1012" extrusionOk="0">
                  <a:moveTo>
                    <a:pt x="1" y="1"/>
                  </a:moveTo>
                  <a:lnTo>
                    <a:pt x="1" y="976"/>
                  </a:lnTo>
                  <a:lnTo>
                    <a:pt x="1" y="1011"/>
                  </a:lnTo>
                  <a:cubicBezTo>
                    <a:pt x="328" y="929"/>
                    <a:pt x="636" y="832"/>
                    <a:pt x="929" y="719"/>
                  </a:cubicBezTo>
                  <a:cubicBezTo>
                    <a:pt x="929" y="637"/>
                    <a:pt x="913" y="539"/>
                    <a:pt x="913" y="45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2255250" y="1992925"/>
              <a:ext cx="23625" cy="25300"/>
            </a:xfrm>
            <a:custGeom>
              <a:avLst/>
              <a:gdLst/>
              <a:ahLst/>
              <a:cxnLst/>
              <a:rect l="l" t="t" r="r" b="b"/>
              <a:pathLst>
                <a:path w="945" h="1012" extrusionOk="0">
                  <a:moveTo>
                    <a:pt x="32" y="1"/>
                  </a:moveTo>
                  <a:lnTo>
                    <a:pt x="32" y="457"/>
                  </a:lnTo>
                  <a:cubicBezTo>
                    <a:pt x="32" y="539"/>
                    <a:pt x="16" y="637"/>
                    <a:pt x="1" y="719"/>
                  </a:cubicBezTo>
                  <a:cubicBezTo>
                    <a:pt x="309" y="832"/>
                    <a:pt x="617" y="929"/>
                    <a:pt x="945" y="1011"/>
                  </a:cubicBezTo>
                  <a:lnTo>
                    <a:pt x="945" y="976"/>
                  </a:lnTo>
                  <a:lnTo>
                    <a:pt x="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245070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699" y="1"/>
                  </a:moveTo>
                  <a:cubicBezTo>
                    <a:pt x="621" y="16"/>
                    <a:pt x="539" y="16"/>
                    <a:pt x="442" y="16"/>
                  </a:cubicBezTo>
                  <a:lnTo>
                    <a:pt x="1" y="16"/>
                  </a:lnTo>
                  <a:lnTo>
                    <a:pt x="1" y="929"/>
                  </a:lnTo>
                  <a:lnTo>
                    <a:pt x="992" y="929"/>
                  </a:lnTo>
                  <a:cubicBezTo>
                    <a:pt x="929" y="601"/>
                    <a:pt x="832" y="293"/>
                    <a:pt x="6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2255250" y="1698800"/>
              <a:ext cx="23625" cy="25175"/>
            </a:xfrm>
            <a:custGeom>
              <a:avLst/>
              <a:gdLst/>
              <a:ahLst/>
              <a:cxnLst/>
              <a:rect l="l" t="t" r="r" b="b"/>
              <a:pathLst>
                <a:path w="945" h="1007" extrusionOk="0">
                  <a:moveTo>
                    <a:pt x="945" y="0"/>
                  </a:moveTo>
                  <a:cubicBezTo>
                    <a:pt x="617" y="62"/>
                    <a:pt x="309" y="160"/>
                    <a:pt x="1" y="293"/>
                  </a:cubicBezTo>
                  <a:cubicBezTo>
                    <a:pt x="16" y="371"/>
                    <a:pt x="32" y="453"/>
                    <a:pt x="32" y="550"/>
                  </a:cubicBezTo>
                  <a:lnTo>
                    <a:pt x="32" y="1007"/>
                  </a:lnTo>
                  <a:lnTo>
                    <a:pt x="945" y="1007"/>
                  </a:lnTo>
                  <a:lnTo>
                    <a:pt x="945" y="31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2256050" y="1895800"/>
              <a:ext cx="22825" cy="22450"/>
            </a:xfrm>
            <a:custGeom>
              <a:avLst/>
              <a:gdLst/>
              <a:ahLst/>
              <a:cxnLst/>
              <a:rect l="l" t="t" r="r" b="b"/>
              <a:pathLst>
                <a:path w="913" h="898" extrusionOk="0">
                  <a:moveTo>
                    <a:pt x="0" y="0"/>
                  </a:moveTo>
                  <a:lnTo>
                    <a:pt x="0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215655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1" y="1"/>
                  </a:moveTo>
                  <a:lnTo>
                    <a:pt x="1" y="1"/>
                  </a:lnTo>
                  <a:cubicBezTo>
                    <a:pt x="63" y="328"/>
                    <a:pt x="161" y="637"/>
                    <a:pt x="274" y="945"/>
                  </a:cubicBezTo>
                  <a:cubicBezTo>
                    <a:pt x="371" y="929"/>
                    <a:pt x="453" y="914"/>
                    <a:pt x="535" y="914"/>
                  </a:cubicBezTo>
                  <a:lnTo>
                    <a:pt x="992" y="914"/>
                  </a:lnTo>
                  <a:lnTo>
                    <a:pt x="992" y="16"/>
                  </a:lnTo>
                  <a:lnTo>
                    <a:pt x="32" y="16"/>
                  </a:lnTo>
                  <a:cubicBezTo>
                    <a:pt x="16" y="1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3"/>
          <p:cNvSpPr/>
          <p:nvPr/>
        </p:nvSpPr>
        <p:spPr>
          <a:xfrm>
            <a:off x="8437375" y="4500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292375" y="643788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8568900" y="41204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8617375" y="11211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dk2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4"/>
          <p:cNvGrpSpPr/>
          <p:nvPr/>
        </p:nvGrpSpPr>
        <p:grpSpPr>
          <a:xfrm rot="-2092058">
            <a:off x="8309817" y="3852956"/>
            <a:ext cx="262083" cy="351136"/>
            <a:chOff x="5697625" y="3543250"/>
            <a:chExt cx="262075" cy="351125"/>
          </a:xfrm>
        </p:grpSpPr>
        <p:sp>
          <p:nvSpPr>
            <p:cNvPr id="666" name="Google Shape;666;p34"/>
            <p:cNvSpPr/>
            <p:nvPr/>
          </p:nvSpPr>
          <p:spPr>
            <a:xfrm>
              <a:off x="5697625" y="3689150"/>
              <a:ext cx="262075" cy="45075"/>
            </a:xfrm>
            <a:custGeom>
              <a:avLst/>
              <a:gdLst/>
              <a:ahLst/>
              <a:cxnLst/>
              <a:rect l="l" t="t" r="r" b="b"/>
              <a:pathLst>
                <a:path w="10483" h="1803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1397"/>
                  </a:lnTo>
                  <a:cubicBezTo>
                    <a:pt x="0" y="1627"/>
                    <a:pt x="195" y="1803"/>
                    <a:pt x="422" y="1803"/>
                  </a:cubicBezTo>
                  <a:lnTo>
                    <a:pt x="10077" y="1803"/>
                  </a:lnTo>
                  <a:cubicBezTo>
                    <a:pt x="10307" y="1803"/>
                    <a:pt x="10483" y="1627"/>
                    <a:pt x="10483" y="1397"/>
                  </a:cubicBezTo>
                  <a:lnTo>
                    <a:pt x="10483" y="406"/>
                  </a:lnTo>
                  <a:cubicBezTo>
                    <a:pt x="10483" y="180"/>
                    <a:pt x="10307" y="1"/>
                    <a:pt x="100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5782175" y="3543250"/>
              <a:ext cx="93450" cy="125150"/>
            </a:xfrm>
            <a:custGeom>
              <a:avLst/>
              <a:gdLst/>
              <a:ahLst/>
              <a:cxnLst/>
              <a:rect l="l" t="t" r="r" b="b"/>
              <a:pathLst>
                <a:path w="3738" h="5006" extrusionOk="0">
                  <a:moveTo>
                    <a:pt x="1428" y="1"/>
                  </a:moveTo>
                  <a:cubicBezTo>
                    <a:pt x="1202" y="1"/>
                    <a:pt x="1007" y="180"/>
                    <a:pt x="1007" y="406"/>
                  </a:cubicBezTo>
                  <a:cubicBezTo>
                    <a:pt x="1007" y="636"/>
                    <a:pt x="1202" y="812"/>
                    <a:pt x="1428" y="812"/>
                  </a:cubicBezTo>
                  <a:lnTo>
                    <a:pt x="1444" y="812"/>
                  </a:lnTo>
                  <a:lnTo>
                    <a:pt x="1444" y="1772"/>
                  </a:lnTo>
                  <a:cubicBezTo>
                    <a:pt x="1023" y="1935"/>
                    <a:pt x="715" y="2357"/>
                    <a:pt x="715" y="2844"/>
                  </a:cubicBezTo>
                  <a:lnTo>
                    <a:pt x="715" y="3430"/>
                  </a:lnTo>
                  <a:cubicBezTo>
                    <a:pt x="243" y="3804"/>
                    <a:pt x="1" y="4405"/>
                    <a:pt x="63" y="5006"/>
                  </a:cubicBezTo>
                  <a:lnTo>
                    <a:pt x="3672" y="5006"/>
                  </a:lnTo>
                  <a:cubicBezTo>
                    <a:pt x="3738" y="4405"/>
                    <a:pt x="3477" y="3804"/>
                    <a:pt x="3024" y="3430"/>
                  </a:cubicBezTo>
                  <a:lnTo>
                    <a:pt x="3024" y="2844"/>
                  </a:lnTo>
                  <a:cubicBezTo>
                    <a:pt x="3024" y="2357"/>
                    <a:pt x="2712" y="1935"/>
                    <a:pt x="2275" y="1772"/>
                  </a:cubicBezTo>
                  <a:lnTo>
                    <a:pt x="2275" y="812"/>
                  </a:lnTo>
                  <a:lnTo>
                    <a:pt x="2306" y="812"/>
                  </a:lnTo>
                  <a:cubicBezTo>
                    <a:pt x="2536" y="812"/>
                    <a:pt x="2712" y="636"/>
                    <a:pt x="2712" y="406"/>
                  </a:cubicBezTo>
                  <a:cubicBezTo>
                    <a:pt x="2712" y="180"/>
                    <a:pt x="2536" y="1"/>
                    <a:pt x="2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5882150" y="3559075"/>
              <a:ext cx="69450" cy="109325"/>
            </a:xfrm>
            <a:custGeom>
              <a:avLst/>
              <a:gdLst/>
              <a:ahLst/>
              <a:cxnLst/>
              <a:rect l="l" t="t" r="r" b="b"/>
              <a:pathLst>
                <a:path w="2778" h="4373" extrusionOk="0">
                  <a:moveTo>
                    <a:pt x="1483" y="0"/>
                  </a:moveTo>
                  <a:cubicBezTo>
                    <a:pt x="1309" y="0"/>
                    <a:pt x="1139" y="107"/>
                    <a:pt x="1089" y="276"/>
                  </a:cubicBezTo>
                  <a:cubicBezTo>
                    <a:pt x="1022" y="491"/>
                    <a:pt x="1136" y="733"/>
                    <a:pt x="1346" y="799"/>
                  </a:cubicBezTo>
                  <a:lnTo>
                    <a:pt x="1381" y="815"/>
                  </a:lnTo>
                  <a:lnTo>
                    <a:pt x="1089" y="1693"/>
                  </a:lnTo>
                  <a:cubicBezTo>
                    <a:pt x="632" y="1708"/>
                    <a:pt x="211" y="2016"/>
                    <a:pt x="47" y="2473"/>
                  </a:cubicBezTo>
                  <a:lnTo>
                    <a:pt x="0" y="2637"/>
                  </a:lnTo>
                  <a:cubicBezTo>
                    <a:pt x="355" y="3124"/>
                    <a:pt x="535" y="3741"/>
                    <a:pt x="488" y="4373"/>
                  </a:cubicBezTo>
                  <a:lnTo>
                    <a:pt x="2306" y="4373"/>
                  </a:lnTo>
                  <a:cubicBezTo>
                    <a:pt x="2259" y="4162"/>
                    <a:pt x="2177" y="3936"/>
                    <a:pt x="2064" y="3741"/>
                  </a:cubicBezTo>
                  <a:lnTo>
                    <a:pt x="2243" y="3202"/>
                  </a:lnTo>
                  <a:cubicBezTo>
                    <a:pt x="2388" y="2734"/>
                    <a:pt x="2224" y="2227"/>
                    <a:pt x="1869" y="1954"/>
                  </a:cubicBezTo>
                  <a:lnTo>
                    <a:pt x="2162" y="1057"/>
                  </a:lnTo>
                  <a:cubicBezTo>
                    <a:pt x="2208" y="1076"/>
                    <a:pt x="2243" y="1092"/>
                    <a:pt x="2306" y="1092"/>
                  </a:cubicBezTo>
                  <a:cubicBezTo>
                    <a:pt x="2485" y="1092"/>
                    <a:pt x="2649" y="979"/>
                    <a:pt x="2696" y="815"/>
                  </a:cubicBezTo>
                  <a:cubicBezTo>
                    <a:pt x="2778" y="589"/>
                    <a:pt x="2665" y="358"/>
                    <a:pt x="2439" y="296"/>
                  </a:cubicBezTo>
                  <a:lnTo>
                    <a:pt x="1608" y="19"/>
                  </a:lnTo>
                  <a:cubicBezTo>
                    <a:pt x="1567" y="6"/>
                    <a:pt x="1525" y="0"/>
                    <a:pt x="1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5706100" y="3559075"/>
              <a:ext cx="69575" cy="109325"/>
            </a:xfrm>
            <a:custGeom>
              <a:avLst/>
              <a:gdLst/>
              <a:ahLst/>
              <a:cxnLst/>
              <a:rect l="l" t="t" r="r" b="b"/>
              <a:pathLst>
                <a:path w="2783" h="4373" extrusionOk="0">
                  <a:moveTo>
                    <a:pt x="1297" y="0"/>
                  </a:moveTo>
                  <a:cubicBezTo>
                    <a:pt x="1255" y="0"/>
                    <a:pt x="1213" y="6"/>
                    <a:pt x="1171" y="19"/>
                  </a:cubicBezTo>
                  <a:lnTo>
                    <a:pt x="344" y="296"/>
                  </a:lnTo>
                  <a:cubicBezTo>
                    <a:pt x="118" y="358"/>
                    <a:pt x="1" y="589"/>
                    <a:pt x="83" y="815"/>
                  </a:cubicBezTo>
                  <a:cubicBezTo>
                    <a:pt x="133" y="979"/>
                    <a:pt x="293" y="1092"/>
                    <a:pt x="473" y="1092"/>
                  </a:cubicBezTo>
                  <a:cubicBezTo>
                    <a:pt x="539" y="1092"/>
                    <a:pt x="570" y="1076"/>
                    <a:pt x="621" y="1057"/>
                  </a:cubicBezTo>
                  <a:lnTo>
                    <a:pt x="914" y="1954"/>
                  </a:lnTo>
                  <a:cubicBezTo>
                    <a:pt x="555" y="2227"/>
                    <a:pt x="391" y="2734"/>
                    <a:pt x="539" y="3202"/>
                  </a:cubicBezTo>
                  <a:lnTo>
                    <a:pt x="719" y="3741"/>
                  </a:lnTo>
                  <a:cubicBezTo>
                    <a:pt x="605" y="3936"/>
                    <a:pt x="524" y="4162"/>
                    <a:pt x="473" y="4373"/>
                  </a:cubicBezTo>
                  <a:lnTo>
                    <a:pt x="2279" y="4373"/>
                  </a:lnTo>
                  <a:cubicBezTo>
                    <a:pt x="2228" y="3756"/>
                    <a:pt x="2408" y="3140"/>
                    <a:pt x="2782" y="2637"/>
                  </a:cubicBezTo>
                  <a:lnTo>
                    <a:pt x="2732" y="2473"/>
                  </a:lnTo>
                  <a:cubicBezTo>
                    <a:pt x="2572" y="2016"/>
                    <a:pt x="2146" y="1708"/>
                    <a:pt x="1694" y="1693"/>
                  </a:cubicBezTo>
                  <a:lnTo>
                    <a:pt x="1401" y="815"/>
                  </a:lnTo>
                  <a:lnTo>
                    <a:pt x="1433" y="799"/>
                  </a:lnTo>
                  <a:cubicBezTo>
                    <a:pt x="1643" y="733"/>
                    <a:pt x="1756" y="491"/>
                    <a:pt x="1694" y="276"/>
                  </a:cubicBezTo>
                  <a:cubicBezTo>
                    <a:pt x="1640" y="107"/>
                    <a:pt x="1473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5839050" y="3754975"/>
              <a:ext cx="40200" cy="139400"/>
            </a:xfrm>
            <a:custGeom>
              <a:avLst/>
              <a:gdLst/>
              <a:ahLst/>
              <a:cxnLst/>
              <a:rect l="l" t="t" r="r" b="b"/>
              <a:pathLst>
                <a:path w="1608" h="5576" extrusionOk="0">
                  <a:moveTo>
                    <a:pt x="0" y="1"/>
                  </a:moveTo>
                  <a:lnTo>
                    <a:pt x="0" y="5576"/>
                  </a:lnTo>
                  <a:lnTo>
                    <a:pt x="1022" y="5576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5778475" y="3754975"/>
              <a:ext cx="39825" cy="139400"/>
            </a:xfrm>
            <a:custGeom>
              <a:avLst/>
              <a:gdLst/>
              <a:ahLst/>
              <a:cxnLst/>
              <a:rect l="l" t="t" r="r" b="b"/>
              <a:pathLst>
                <a:path w="1593" h="5576" extrusionOk="0">
                  <a:moveTo>
                    <a:pt x="0" y="1"/>
                  </a:moveTo>
                  <a:lnTo>
                    <a:pt x="586" y="5576"/>
                  </a:lnTo>
                  <a:lnTo>
                    <a:pt x="1592" y="5576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58853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570" y="1"/>
                  </a:moveTo>
                  <a:lnTo>
                    <a:pt x="0" y="5576"/>
                  </a:lnTo>
                  <a:lnTo>
                    <a:pt x="812" y="5576"/>
                  </a:lnTo>
                  <a:cubicBezTo>
                    <a:pt x="1007" y="5576"/>
                    <a:pt x="1186" y="5431"/>
                    <a:pt x="1217" y="5236"/>
                  </a:cubicBez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57195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0" y="1"/>
                  </a:moveTo>
                  <a:lnTo>
                    <a:pt x="894" y="5236"/>
                  </a:lnTo>
                  <a:cubicBezTo>
                    <a:pt x="925" y="5431"/>
                    <a:pt x="1089" y="5576"/>
                    <a:pt x="1299" y="5576"/>
                  </a:cubicBezTo>
                  <a:lnTo>
                    <a:pt x="2115" y="557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34"/>
          <p:cNvGrpSpPr/>
          <p:nvPr/>
        </p:nvGrpSpPr>
        <p:grpSpPr>
          <a:xfrm rot="1632644">
            <a:off x="690401" y="4492079"/>
            <a:ext cx="306099" cy="351327"/>
            <a:chOff x="2163000" y="3543075"/>
            <a:chExt cx="306075" cy="351300"/>
          </a:xfrm>
        </p:grpSpPr>
        <p:sp>
          <p:nvSpPr>
            <p:cNvPr id="675" name="Google Shape;675;p34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34"/>
          <p:cNvGrpSpPr/>
          <p:nvPr/>
        </p:nvGrpSpPr>
        <p:grpSpPr>
          <a:xfrm rot="1307765">
            <a:off x="313424" y="1100104"/>
            <a:ext cx="356396" cy="302046"/>
            <a:chOff x="2137825" y="4237275"/>
            <a:chExt cx="356400" cy="302050"/>
          </a:xfrm>
        </p:grpSpPr>
        <p:sp>
          <p:nvSpPr>
            <p:cNvPr id="685" name="Google Shape;685;p34"/>
            <p:cNvSpPr/>
            <p:nvPr/>
          </p:nvSpPr>
          <p:spPr>
            <a:xfrm>
              <a:off x="2259750" y="4351950"/>
              <a:ext cx="112575" cy="56100"/>
            </a:xfrm>
            <a:custGeom>
              <a:avLst/>
              <a:gdLst/>
              <a:ahLst/>
              <a:cxnLst/>
              <a:rect l="l" t="t" r="r" b="b"/>
              <a:pathLst>
                <a:path w="4503" h="2244" extrusionOk="0">
                  <a:moveTo>
                    <a:pt x="2243" y="1"/>
                  </a:moveTo>
                  <a:cubicBezTo>
                    <a:pt x="1217" y="1"/>
                    <a:pt x="340" y="648"/>
                    <a:pt x="0" y="1546"/>
                  </a:cubicBezTo>
                  <a:cubicBezTo>
                    <a:pt x="98" y="1526"/>
                    <a:pt x="211" y="1511"/>
                    <a:pt x="324" y="1511"/>
                  </a:cubicBezTo>
                  <a:cubicBezTo>
                    <a:pt x="862" y="1511"/>
                    <a:pt x="1217" y="1756"/>
                    <a:pt x="1510" y="1951"/>
                  </a:cubicBezTo>
                  <a:cubicBezTo>
                    <a:pt x="1771" y="2111"/>
                    <a:pt x="1966" y="2244"/>
                    <a:pt x="2243" y="2244"/>
                  </a:cubicBezTo>
                  <a:cubicBezTo>
                    <a:pt x="2536" y="2244"/>
                    <a:pt x="2731" y="2111"/>
                    <a:pt x="2992" y="1951"/>
                  </a:cubicBezTo>
                  <a:cubicBezTo>
                    <a:pt x="3266" y="1756"/>
                    <a:pt x="3640" y="1511"/>
                    <a:pt x="4178" y="1511"/>
                  </a:cubicBezTo>
                  <a:cubicBezTo>
                    <a:pt x="4292" y="1511"/>
                    <a:pt x="4405" y="1526"/>
                    <a:pt x="4502" y="1546"/>
                  </a:cubicBezTo>
                  <a:cubicBezTo>
                    <a:pt x="4163" y="648"/>
                    <a:pt x="3285" y="1"/>
                    <a:pt x="2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2384475" y="4362875"/>
              <a:ext cx="87425" cy="55725"/>
            </a:xfrm>
            <a:custGeom>
              <a:avLst/>
              <a:gdLst/>
              <a:ahLst/>
              <a:cxnLst/>
              <a:rect l="l" t="t" r="r" b="b"/>
              <a:pathLst>
                <a:path w="3497" h="2229" extrusionOk="0">
                  <a:moveTo>
                    <a:pt x="1105" y="1"/>
                  </a:moveTo>
                  <a:cubicBezTo>
                    <a:pt x="699" y="1"/>
                    <a:pt x="344" y="98"/>
                    <a:pt x="1" y="262"/>
                  </a:cubicBezTo>
                  <a:cubicBezTo>
                    <a:pt x="262" y="668"/>
                    <a:pt x="422" y="1140"/>
                    <a:pt x="488" y="1643"/>
                  </a:cubicBezTo>
                  <a:cubicBezTo>
                    <a:pt x="652" y="1577"/>
                    <a:pt x="863" y="1530"/>
                    <a:pt x="1105" y="1530"/>
                  </a:cubicBezTo>
                  <a:cubicBezTo>
                    <a:pt x="1628" y="1530"/>
                    <a:pt x="1983" y="1756"/>
                    <a:pt x="2260" y="1951"/>
                  </a:cubicBezTo>
                  <a:cubicBezTo>
                    <a:pt x="2505" y="2115"/>
                    <a:pt x="2700" y="2228"/>
                    <a:pt x="2977" y="2228"/>
                  </a:cubicBezTo>
                  <a:cubicBezTo>
                    <a:pt x="3172" y="2228"/>
                    <a:pt x="3317" y="2181"/>
                    <a:pt x="3496" y="2084"/>
                  </a:cubicBezTo>
                  <a:cubicBezTo>
                    <a:pt x="3332" y="914"/>
                    <a:pt x="2326" y="1"/>
                    <a:pt x="1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2160175" y="4362875"/>
              <a:ext cx="87400" cy="55725"/>
            </a:xfrm>
            <a:custGeom>
              <a:avLst/>
              <a:gdLst/>
              <a:ahLst/>
              <a:cxnLst/>
              <a:rect l="l" t="t" r="r" b="b"/>
              <a:pathLst>
                <a:path w="3496" h="2229" extrusionOk="0">
                  <a:moveTo>
                    <a:pt x="2392" y="1"/>
                  </a:moveTo>
                  <a:cubicBezTo>
                    <a:pt x="1171" y="1"/>
                    <a:pt x="164" y="914"/>
                    <a:pt x="0" y="2084"/>
                  </a:cubicBezTo>
                  <a:cubicBezTo>
                    <a:pt x="180" y="2181"/>
                    <a:pt x="324" y="2228"/>
                    <a:pt x="519" y="2228"/>
                  </a:cubicBezTo>
                  <a:cubicBezTo>
                    <a:pt x="796" y="2228"/>
                    <a:pt x="976" y="2115"/>
                    <a:pt x="1221" y="1951"/>
                  </a:cubicBezTo>
                  <a:cubicBezTo>
                    <a:pt x="1514" y="1756"/>
                    <a:pt x="1869" y="1530"/>
                    <a:pt x="2392" y="1530"/>
                  </a:cubicBezTo>
                  <a:cubicBezTo>
                    <a:pt x="2633" y="1530"/>
                    <a:pt x="2829" y="1577"/>
                    <a:pt x="3008" y="1643"/>
                  </a:cubicBezTo>
                  <a:cubicBezTo>
                    <a:pt x="3055" y="1140"/>
                    <a:pt x="3234" y="668"/>
                    <a:pt x="3496" y="262"/>
                  </a:cubicBezTo>
                  <a:cubicBezTo>
                    <a:pt x="3152" y="98"/>
                    <a:pt x="2782" y="1"/>
                    <a:pt x="2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2346250" y="4237275"/>
              <a:ext cx="54150" cy="110225"/>
            </a:xfrm>
            <a:custGeom>
              <a:avLst/>
              <a:gdLst/>
              <a:ahLst/>
              <a:cxnLst/>
              <a:rect l="l" t="t" r="r" b="b"/>
              <a:pathLst>
                <a:path w="2166" h="4409" extrusionOk="0">
                  <a:moveTo>
                    <a:pt x="1708" y="1"/>
                  </a:moveTo>
                  <a:cubicBezTo>
                    <a:pt x="1530" y="1"/>
                    <a:pt x="1370" y="108"/>
                    <a:pt x="1304" y="281"/>
                  </a:cubicBezTo>
                  <a:lnTo>
                    <a:pt x="1" y="4003"/>
                  </a:lnTo>
                  <a:cubicBezTo>
                    <a:pt x="262" y="4100"/>
                    <a:pt x="508" y="4245"/>
                    <a:pt x="734" y="4408"/>
                  </a:cubicBezTo>
                  <a:lnTo>
                    <a:pt x="2084" y="554"/>
                  </a:lnTo>
                  <a:cubicBezTo>
                    <a:pt x="2166" y="343"/>
                    <a:pt x="2049" y="102"/>
                    <a:pt x="1838" y="20"/>
                  </a:cubicBezTo>
                  <a:cubicBezTo>
                    <a:pt x="1794" y="7"/>
                    <a:pt x="1751" y="1"/>
                    <a:pt x="1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2376400" y="4264750"/>
              <a:ext cx="78825" cy="85975"/>
            </a:xfrm>
            <a:custGeom>
              <a:avLst/>
              <a:gdLst/>
              <a:ahLst/>
              <a:cxnLst/>
              <a:rect l="l" t="t" r="r" b="b"/>
              <a:pathLst>
                <a:path w="3153" h="3439" extrusionOk="0">
                  <a:moveTo>
                    <a:pt x="2695" y="1"/>
                  </a:moveTo>
                  <a:cubicBezTo>
                    <a:pt x="2565" y="1"/>
                    <a:pt x="2436" y="62"/>
                    <a:pt x="2356" y="173"/>
                  </a:cubicBezTo>
                  <a:lnTo>
                    <a:pt x="0" y="3438"/>
                  </a:lnTo>
                  <a:cubicBezTo>
                    <a:pt x="390" y="3243"/>
                    <a:pt x="811" y="3130"/>
                    <a:pt x="1252" y="3114"/>
                  </a:cubicBezTo>
                  <a:lnTo>
                    <a:pt x="3023" y="660"/>
                  </a:lnTo>
                  <a:cubicBezTo>
                    <a:pt x="3152" y="465"/>
                    <a:pt x="3105" y="220"/>
                    <a:pt x="2926" y="75"/>
                  </a:cubicBezTo>
                  <a:cubicBezTo>
                    <a:pt x="2857" y="24"/>
                    <a:pt x="2776" y="1"/>
                    <a:pt x="26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2137825" y="4477475"/>
              <a:ext cx="356400" cy="61850"/>
            </a:xfrm>
            <a:custGeom>
              <a:avLst/>
              <a:gdLst/>
              <a:ahLst/>
              <a:cxnLst/>
              <a:rect l="l" t="t" r="r" b="b"/>
              <a:pathLst>
                <a:path w="14256" h="2474" extrusionOk="0">
                  <a:moveTo>
                    <a:pt x="520" y="1"/>
                  </a:moveTo>
                  <a:cubicBezTo>
                    <a:pt x="212" y="1"/>
                    <a:pt x="1" y="328"/>
                    <a:pt x="165" y="601"/>
                  </a:cubicBezTo>
                  <a:lnTo>
                    <a:pt x="1058" y="2244"/>
                  </a:lnTo>
                  <a:cubicBezTo>
                    <a:pt x="1140" y="2392"/>
                    <a:pt x="1269" y="2474"/>
                    <a:pt x="1413" y="2474"/>
                  </a:cubicBezTo>
                  <a:lnTo>
                    <a:pt x="12824" y="2474"/>
                  </a:lnTo>
                  <a:cubicBezTo>
                    <a:pt x="12988" y="2474"/>
                    <a:pt x="13116" y="2392"/>
                    <a:pt x="13198" y="2244"/>
                  </a:cubicBezTo>
                  <a:lnTo>
                    <a:pt x="14092" y="601"/>
                  </a:lnTo>
                  <a:cubicBezTo>
                    <a:pt x="14256" y="328"/>
                    <a:pt x="14045" y="1"/>
                    <a:pt x="13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2255650" y="4410475"/>
              <a:ext cx="120775" cy="46350"/>
            </a:xfrm>
            <a:custGeom>
              <a:avLst/>
              <a:gdLst/>
              <a:ahLst/>
              <a:cxnLst/>
              <a:rect l="l" t="t" r="r" b="b"/>
              <a:pathLst>
                <a:path w="4831" h="1854" extrusionOk="0">
                  <a:moveTo>
                    <a:pt x="488" y="1"/>
                  </a:moveTo>
                  <a:cubicBezTo>
                    <a:pt x="309" y="1"/>
                    <a:pt x="164" y="47"/>
                    <a:pt x="0" y="145"/>
                  </a:cubicBezTo>
                  <a:cubicBezTo>
                    <a:pt x="16" y="812"/>
                    <a:pt x="328" y="1428"/>
                    <a:pt x="781" y="1854"/>
                  </a:cubicBezTo>
                  <a:lnTo>
                    <a:pt x="4034" y="1854"/>
                  </a:lnTo>
                  <a:cubicBezTo>
                    <a:pt x="4502" y="1428"/>
                    <a:pt x="4814" y="812"/>
                    <a:pt x="4830" y="145"/>
                  </a:cubicBezTo>
                  <a:cubicBezTo>
                    <a:pt x="4666" y="47"/>
                    <a:pt x="4522" y="1"/>
                    <a:pt x="4342" y="1"/>
                  </a:cubicBezTo>
                  <a:cubicBezTo>
                    <a:pt x="4050" y="1"/>
                    <a:pt x="3855" y="129"/>
                    <a:pt x="3593" y="293"/>
                  </a:cubicBezTo>
                  <a:cubicBezTo>
                    <a:pt x="3316" y="488"/>
                    <a:pt x="2942" y="730"/>
                    <a:pt x="2407" y="730"/>
                  </a:cubicBezTo>
                  <a:cubicBezTo>
                    <a:pt x="1869" y="730"/>
                    <a:pt x="1514" y="488"/>
                    <a:pt x="1221" y="293"/>
                  </a:cubicBezTo>
                  <a:cubicBezTo>
                    <a:pt x="976" y="129"/>
                    <a:pt x="781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2383325" y="4421400"/>
              <a:ext cx="87300" cy="35425"/>
            </a:xfrm>
            <a:custGeom>
              <a:avLst/>
              <a:gdLst/>
              <a:ahLst/>
              <a:cxnLst/>
              <a:rect l="l" t="t" r="r" b="b"/>
              <a:pathLst>
                <a:path w="3492" h="1417" extrusionOk="0">
                  <a:moveTo>
                    <a:pt x="1151" y="0"/>
                  </a:moveTo>
                  <a:cubicBezTo>
                    <a:pt x="893" y="0"/>
                    <a:pt x="698" y="114"/>
                    <a:pt x="488" y="262"/>
                  </a:cubicBezTo>
                  <a:cubicBezTo>
                    <a:pt x="406" y="683"/>
                    <a:pt x="242" y="1073"/>
                    <a:pt x="0" y="1417"/>
                  </a:cubicBezTo>
                  <a:lnTo>
                    <a:pt x="3152" y="1417"/>
                  </a:lnTo>
                  <a:cubicBezTo>
                    <a:pt x="3296" y="1186"/>
                    <a:pt x="3429" y="929"/>
                    <a:pt x="3492" y="652"/>
                  </a:cubicBezTo>
                  <a:lnTo>
                    <a:pt x="3492" y="652"/>
                  </a:lnTo>
                  <a:cubicBezTo>
                    <a:pt x="3347" y="683"/>
                    <a:pt x="3199" y="718"/>
                    <a:pt x="3023" y="718"/>
                  </a:cubicBezTo>
                  <a:cubicBezTo>
                    <a:pt x="2501" y="718"/>
                    <a:pt x="2146" y="488"/>
                    <a:pt x="1869" y="293"/>
                  </a:cubicBezTo>
                  <a:cubicBezTo>
                    <a:pt x="1623" y="133"/>
                    <a:pt x="1428" y="0"/>
                    <a:pt x="1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2161425" y="4421400"/>
              <a:ext cx="86925" cy="35425"/>
            </a:xfrm>
            <a:custGeom>
              <a:avLst/>
              <a:gdLst/>
              <a:ahLst/>
              <a:cxnLst/>
              <a:rect l="l" t="t" r="r" b="b"/>
              <a:pathLst>
                <a:path w="3477" h="1417" extrusionOk="0">
                  <a:moveTo>
                    <a:pt x="2342" y="0"/>
                  </a:moveTo>
                  <a:cubicBezTo>
                    <a:pt x="2065" y="0"/>
                    <a:pt x="1870" y="133"/>
                    <a:pt x="1624" y="293"/>
                  </a:cubicBezTo>
                  <a:cubicBezTo>
                    <a:pt x="1347" y="488"/>
                    <a:pt x="992" y="718"/>
                    <a:pt x="469" y="718"/>
                  </a:cubicBezTo>
                  <a:cubicBezTo>
                    <a:pt x="294" y="718"/>
                    <a:pt x="145" y="683"/>
                    <a:pt x="1" y="652"/>
                  </a:cubicBezTo>
                  <a:lnTo>
                    <a:pt x="1" y="652"/>
                  </a:lnTo>
                  <a:cubicBezTo>
                    <a:pt x="63" y="929"/>
                    <a:pt x="176" y="1186"/>
                    <a:pt x="340" y="1417"/>
                  </a:cubicBezTo>
                  <a:lnTo>
                    <a:pt x="3477" y="1417"/>
                  </a:lnTo>
                  <a:cubicBezTo>
                    <a:pt x="3251" y="1073"/>
                    <a:pt x="3087" y="683"/>
                    <a:pt x="3005" y="262"/>
                  </a:cubicBezTo>
                  <a:cubicBezTo>
                    <a:pt x="2794" y="114"/>
                    <a:pt x="2599" y="0"/>
                    <a:pt x="2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4" name="Google Shape;694;p34"/>
          <p:cNvSpPr/>
          <p:nvPr/>
        </p:nvSpPr>
        <p:spPr>
          <a:xfrm>
            <a:off x="8389925" y="540000"/>
            <a:ext cx="363325" cy="350950"/>
          </a:xfrm>
          <a:custGeom>
            <a:avLst/>
            <a:gdLst/>
            <a:ahLst/>
            <a:cxnLst/>
            <a:rect l="l" t="t" r="r" b="b"/>
            <a:pathLst>
              <a:path w="14533" h="14038" extrusionOk="0">
                <a:moveTo>
                  <a:pt x="11735" y="3642"/>
                </a:moveTo>
                <a:cubicBezTo>
                  <a:pt x="11962" y="3642"/>
                  <a:pt x="12141" y="3837"/>
                  <a:pt x="12141" y="4067"/>
                </a:cubicBezTo>
                <a:cubicBezTo>
                  <a:pt x="12141" y="4278"/>
                  <a:pt x="11962" y="4473"/>
                  <a:pt x="11735" y="4473"/>
                </a:cubicBezTo>
                <a:cubicBezTo>
                  <a:pt x="11509" y="4473"/>
                  <a:pt x="11314" y="4278"/>
                  <a:pt x="11314" y="4067"/>
                </a:cubicBezTo>
                <a:cubicBezTo>
                  <a:pt x="11314" y="3837"/>
                  <a:pt x="11509" y="3642"/>
                  <a:pt x="11735" y="3642"/>
                </a:cubicBezTo>
                <a:close/>
                <a:moveTo>
                  <a:pt x="5478" y="4520"/>
                </a:moveTo>
                <a:cubicBezTo>
                  <a:pt x="5704" y="4520"/>
                  <a:pt x="5884" y="4715"/>
                  <a:pt x="5884" y="4945"/>
                </a:cubicBezTo>
                <a:cubicBezTo>
                  <a:pt x="5884" y="5156"/>
                  <a:pt x="5704" y="5351"/>
                  <a:pt x="5478" y="5351"/>
                </a:cubicBezTo>
                <a:cubicBezTo>
                  <a:pt x="5217" y="5351"/>
                  <a:pt x="5006" y="5561"/>
                  <a:pt x="5006" y="5823"/>
                </a:cubicBezTo>
                <a:cubicBezTo>
                  <a:pt x="5006" y="6033"/>
                  <a:pt x="4826" y="6228"/>
                  <a:pt x="4600" y="6228"/>
                </a:cubicBezTo>
                <a:cubicBezTo>
                  <a:pt x="4374" y="6228"/>
                  <a:pt x="4194" y="6033"/>
                  <a:pt x="4194" y="5823"/>
                </a:cubicBezTo>
                <a:cubicBezTo>
                  <a:pt x="4194" y="5105"/>
                  <a:pt x="4764" y="4520"/>
                  <a:pt x="5478" y="4520"/>
                </a:cubicBezTo>
                <a:close/>
                <a:moveTo>
                  <a:pt x="11946" y="5187"/>
                </a:moveTo>
                <a:cubicBezTo>
                  <a:pt x="12176" y="5187"/>
                  <a:pt x="12371" y="5366"/>
                  <a:pt x="12371" y="5593"/>
                </a:cubicBezTo>
                <a:cubicBezTo>
                  <a:pt x="12371" y="6310"/>
                  <a:pt x="11786" y="6880"/>
                  <a:pt x="11068" y="6880"/>
                </a:cubicBezTo>
                <a:cubicBezTo>
                  <a:pt x="10842" y="6880"/>
                  <a:pt x="10663" y="6700"/>
                  <a:pt x="10663" y="6470"/>
                </a:cubicBezTo>
                <a:cubicBezTo>
                  <a:pt x="10663" y="6244"/>
                  <a:pt x="10842" y="6065"/>
                  <a:pt x="11068" y="6065"/>
                </a:cubicBezTo>
                <a:cubicBezTo>
                  <a:pt x="11330" y="6065"/>
                  <a:pt x="11540" y="5854"/>
                  <a:pt x="11540" y="5593"/>
                </a:cubicBezTo>
                <a:cubicBezTo>
                  <a:pt x="11540" y="5366"/>
                  <a:pt x="11720" y="5187"/>
                  <a:pt x="11946" y="5187"/>
                </a:cubicBezTo>
                <a:close/>
                <a:moveTo>
                  <a:pt x="4826" y="6942"/>
                </a:moveTo>
                <a:cubicBezTo>
                  <a:pt x="5057" y="6942"/>
                  <a:pt x="5232" y="7122"/>
                  <a:pt x="5232" y="7348"/>
                </a:cubicBezTo>
                <a:cubicBezTo>
                  <a:pt x="5232" y="7578"/>
                  <a:pt x="5057" y="7758"/>
                  <a:pt x="4826" y="7758"/>
                </a:cubicBezTo>
                <a:cubicBezTo>
                  <a:pt x="4600" y="7758"/>
                  <a:pt x="4405" y="7578"/>
                  <a:pt x="4405" y="7348"/>
                </a:cubicBezTo>
                <a:cubicBezTo>
                  <a:pt x="4405" y="7122"/>
                  <a:pt x="4600" y="6942"/>
                  <a:pt x="4826" y="6942"/>
                </a:cubicBezTo>
                <a:close/>
                <a:moveTo>
                  <a:pt x="8831" y="0"/>
                </a:moveTo>
                <a:cubicBezTo>
                  <a:pt x="7889" y="0"/>
                  <a:pt x="6957" y="466"/>
                  <a:pt x="6422" y="1352"/>
                </a:cubicBezTo>
                <a:cubicBezTo>
                  <a:pt x="5021" y="1450"/>
                  <a:pt x="3917" y="2569"/>
                  <a:pt x="3820" y="3970"/>
                </a:cubicBezTo>
                <a:cubicBezTo>
                  <a:pt x="2326" y="4910"/>
                  <a:pt x="2049" y="6942"/>
                  <a:pt x="3219" y="8245"/>
                </a:cubicBezTo>
                <a:cubicBezTo>
                  <a:pt x="3071" y="8830"/>
                  <a:pt x="3168" y="9462"/>
                  <a:pt x="3527" y="9981"/>
                </a:cubicBezTo>
                <a:lnTo>
                  <a:pt x="161" y="13348"/>
                </a:lnTo>
                <a:cubicBezTo>
                  <a:pt x="1" y="13492"/>
                  <a:pt x="1" y="13754"/>
                  <a:pt x="161" y="13918"/>
                </a:cubicBezTo>
                <a:cubicBezTo>
                  <a:pt x="243" y="13998"/>
                  <a:pt x="349" y="14038"/>
                  <a:pt x="455" y="14038"/>
                </a:cubicBezTo>
                <a:cubicBezTo>
                  <a:pt x="561" y="14038"/>
                  <a:pt x="666" y="13998"/>
                  <a:pt x="746" y="13918"/>
                </a:cubicBezTo>
                <a:lnTo>
                  <a:pt x="4097" y="10566"/>
                </a:lnTo>
                <a:cubicBezTo>
                  <a:pt x="4474" y="10820"/>
                  <a:pt x="4901" y="10943"/>
                  <a:pt x="5320" y="10943"/>
                </a:cubicBezTo>
                <a:cubicBezTo>
                  <a:pt x="5495" y="10943"/>
                  <a:pt x="5669" y="10921"/>
                  <a:pt x="5837" y="10879"/>
                </a:cubicBezTo>
                <a:cubicBezTo>
                  <a:pt x="6380" y="11368"/>
                  <a:pt x="7054" y="11604"/>
                  <a:pt x="7723" y="11604"/>
                </a:cubicBezTo>
                <a:cubicBezTo>
                  <a:pt x="8655" y="11604"/>
                  <a:pt x="9579" y="11146"/>
                  <a:pt x="10128" y="10274"/>
                </a:cubicBezTo>
                <a:cubicBezTo>
                  <a:pt x="11509" y="10176"/>
                  <a:pt x="12629" y="9072"/>
                  <a:pt x="12742" y="7676"/>
                </a:cubicBezTo>
                <a:cubicBezTo>
                  <a:pt x="14224" y="6782"/>
                  <a:pt x="14532" y="4781"/>
                  <a:pt x="13460" y="3482"/>
                </a:cubicBezTo>
                <a:cubicBezTo>
                  <a:pt x="13573" y="3205"/>
                  <a:pt x="13620" y="2928"/>
                  <a:pt x="13620" y="2635"/>
                </a:cubicBezTo>
                <a:cubicBezTo>
                  <a:pt x="13620" y="1434"/>
                  <a:pt x="12644" y="459"/>
                  <a:pt x="11458" y="459"/>
                </a:cubicBezTo>
                <a:cubicBezTo>
                  <a:pt x="11166" y="459"/>
                  <a:pt x="10873" y="521"/>
                  <a:pt x="10616" y="638"/>
                </a:cubicBezTo>
                <a:cubicBezTo>
                  <a:pt x="10094" y="208"/>
                  <a:pt x="9460" y="0"/>
                  <a:pt x="883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4"/>
          <p:cNvSpPr/>
          <p:nvPr/>
        </p:nvSpPr>
        <p:spPr>
          <a:xfrm flipH="1">
            <a:off x="8389913" y="153538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4"/>
          <p:cNvSpPr/>
          <p:nvPr/>
        </p:nvSpPr>
        <p:spPr>
          <a:xfrm flipH="1">
            <a:off x="8642500" y="107644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4"/>
          <p:cNvSpPr/>
          <p:nvPr/>
        </p:nvSpPr>
        <p:spPr>
          <a:xfrm flipH="1">
            <a:off x="518225" y="3137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4"/>
          <p:cNvSpPr/>
          <p:nvPr/>
        </p:nvSpPr>
        <p:spPr>
          <a:xfrm flipH="1">
            <a:off x="794350" y="8288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4"/>
          <p:cNvSpPr/>
          <p:nvPr/>
        </p:nvSpPr>
        <p:spPr>
          <a:xfrm flipH="1">
            <a:off x="7974325" y="4533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4"/>
          <p:cNvSpPr/>
          <p:nvPr/>
        </p:nvSpPr>
        <p:spPr>
          <a:xfrm flipH="1">
            <a:off x="320175" y="43702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4"/>
          <p:cNvSpPr/>
          <p:nvPr/>
        </p:nvSpPr>
        <p:spPr>
          <a:xfrm flipH="1">
            <a:off x="8642500" y="46811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4"/>
          <p:cNvSpPr/>
          <p:nvPr/>
        </p:nvSpPr>
        <p:spPr>
          <a:xfrm flipH="1">
            <a:off x="7880725" y="473824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4"/>
          <p:cNvSpPr/>
          <p:nvPr/>
        </p:nvSpPr>
        <p:spPr>
          <a:xfrm flipH="1">
            <a:off x="8546863" y="34869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35"/>
          <p:cNvGrpSpPr/>
          <p:nvPr/>
        </p:nvGrpSpPr>
        <p:grpSpPr>
          <a:xfrm rot="1729853">
            <a:off x="1378145" y="2187997"/>
            <a:ext cx="356856" cy="283885"/>
            <a:chOff x="3655575" y="2314625"/>
            <a:chExt cx="356875" cy="283900"/>
          </a:xfrm>
        </p:grpSpPr>
        <p:sp>
          <p:nvSpPr>
            <p:cNvPr id="706" name="Google Shape;706;p35"/>
            <p:cNvSpPr/>
            <p:nvPr/>
          </p:nvSpPr>
          <p:spPr>
            <a:xfrm>
              <a:off x="3655575" y="2521650"/>
              <a:ext cx="356875" cy="76875"/>
            </a:xfrm>
            <a:custGeom>
              <a:avLst/>
              <a:gdLst/>
              <a:ahLst/>
              <a:cxnLst/>
              <a:rect l="l" t="t" r="r" b="b"/>
              <a:pathLst>
                <a:path w="14275" h="3075" extrusionOk="0">
                  <a:moveTo>
                    <a:pt x="539" y="0"/>
                  </a:moveTo>
                  <a:cubicBezTo>
                    <a:pt x="215" y="0"/>
                    <a:pt x="0" y="375"/>
                    <a:pt x="195" y="636"/>
                  </a:cubicBezTo>
                  <a:cubicBezTo>
                    <a:pt x="231" y="698"/>
                    <a:pt x="1237" y="2196"/>
                    <a:pt x="3414" y="2196"/>
                  </a:cubicBezTo>
                  <a:lnTo>
                    <a:pt x="4034" y="2196"/>
                  </a:lnTo>
                  <a:lnTo>
                    <a:pt x="4358" y="2844"/>
                  </a:lnTo>
                  <a:cubicBezTo>
                    <a:pt x="4424" y="2992"/>
                    <a:pt x="4569" y="3074"/>
                    <a:pt x="4732" y="3074"/>
                  </a:cubicBezTo>
                  <a:lnTo>
                    <a:pt x="9558" y="3074"/>
                  </a:lnTo>
                  <a:cubicBezTo>
                    <a:pt x="9706" y="3074"/>
                    <a:pt x="9851" y="2992"/>
                    <a:pt x="9917" y="2844"/>
                  </a:cubicBezTo>
                  <a:lnTo>
                    <a:pt x="10241" y="2196"/>
                  </a:lnTo>
                  <a:lnTo>
                    <a:pt x="10877" y="2196"/>
                  </a:lnTo>
                  <a:cubicBezTo>
                    <a:pt x="13038" y="2196"/>
                    <a:pt x="14044" y="698"/>
                    <a:pt x="14095" y="636"/>
                  </a:cubicBezTo>
                  <a:cubicBezTo>
                    <a:pt x="14275" y="375"/>
                    <a:pt x="14080" y="0"/>
                    <a:pt x="13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/>
            <p:cNvSpPr/>
            <p:nvPr/>
          </p:nvSpPr>
          <p:spPr>
            <a:xfrm>
              <a:off x="3834050" y="2435425"/>
              <a:ext cx="120675" cy="65950"/>
            </a:xfrm>
            <a:custGeom>
              <a:avLst/>
              <a:gdLst/>
              <a:ahLst/>
              <a:cxnLst/>
              <a:rect l="l" t="t" r="r" b="b"/>
              <a:pathLst>
                <a:path w="4827" h="2638" extrusionOk="0">
                  <a:moveTo>
                    <a:pt x="2415" y="0"/>
                  </a:moveTo>
                  <a:cubicBezTo>
                    <a:pt x="2161" y="0"/>
                    <a:pt x="1908" y="110"/>
                    <a:pt x="1736" y="328"/>
                  </a:cubicBezTo>
                  <a:cubicBezTo>
                    <a:pt x="1604" y="256"/>
                    <a:pt x="1463" y="222"/>
                    <a:pt x="1324" y="222"/>
                  </a:cubicBezTo>
                  <a:cubicBezTo>
                    <a:pt x="902" y="222"/>
                    <a:pt x="503" y="531"/>
                    <a:pt x="453" y="995"/>
                  </a:cubicBezTo>
                  <a:cubicBezTo>
                    <a:pt x="176" y="1140"/>
                    <a:pt x="0" y="1417"/>
                    <a:pt x="0" y="1760"/>
                  </a:cubicBezTo>
                  <a:cubicBezTo>
                    <a:pt x="0" y="2232"/>
                    <a:pt x="391" y="2638"/>
                    <a:pt x="878" y="2638"/>
                  </a:cubicBezTo>
                  <a:lnTo>
                    <a:pt x="3948" y="2638"/>
                  </a:lnTo>
                  <a:cubicBezTo>
                    <a:pt x="4436" y="2638"/>
                    <a:pt x="4826" y="2232"/>
                    <a:pt x="4826" y="1760"/>
                  </a:cubicBezTo>
                  <a:cubicBezTo>
                    <a:pt x="4826" y="1417"/>
                    <a:pt x="4647" y="1140"/>
                    <a:pt x="4389" y="995"/>
                  </a:cubicBezTo>
                  <a:cubicBezTo>
                    <a:pt x="4328" y="531"/>
                    <a:pt x="3935" y="222"/>
                    <a:pt x="3514" y="222"/>
                  </a:cubicBezTo>
                  <a:cubicBezTo>
                    <a:pt x="3376" y="222"/>
                    <a:pt x="3235" y="256"/>
                    <a:pt x="3102" y="328"/>
                  </a:cubicBezTo>
                  <a:cubicBezTo>
                    <a:pt x="2924" y="110"/>
                    <a:pt x="2669" y="0"/>
                    <a:pt x="2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3774275" y="2375650"/>
              <a:ext cx="119475" cy="60275"/>
            </a:xfrm>
            <a:custGeom>
              <a:avLst/>
              <a:gdLst/>
              <a:ahLst/>
              <a:cxnLst/>
              <a:rect l="l" t="t" r="r" b="b"/>
              <a:pathLst>
                <a:path w="4779" h="2411" extrusionOk="0">
                  <a:moveTo>
                    <a:pt x="2396" y="1"/>
                  </a:moveTo>
                  <a:cubicBezTo>
                    <a:pt x="2142" y="1"/>
                    <a:pt x="1886" y="111"/>
                    <a:pt x="1709" y="332"/>
                  </a:cubicBezTo>
                  <a:cubicBezTo>
                    <a:pt x="1575" y="259"/>
                    <a:pt x="1433" y="225"/>
                    <a:pt x="1294" y="225"/>
                  </a:cubicBezTo>
                  <a:cubicBezTo>
                    <a:pt x="875" y="225"/>
                    <a:pt x="483" y="532"/>
                    <a:pt x="421" y="995"/>
                  </a:cubicBezTo>
                  <a:cubicBezTo>
                    <a:pt x="211" y="1112"/>
                    <a:pt x="51" y="1323"/>
                    <a:pt x="0" y="1564"/>
                  </a:cubicBezTo>
                  <a:cubicBezTo>
                    <a:pt x="308" y="1564"/>
                    <a:pt x="585" y="1646"/>
                    <a:pt x="847" y="1795"/>
                  </a:cubicBezTo>
                  <a:cubicBezTo>
                    <a:pt x="922" y="1784"/>
                    <a:pt x="998" y="1779"/>
                    <a:pt x="1073" y="1779"/>
                  </a:cubicBezTo>
                  <a:cubicBezTo>
                    <a:pt x="1580" y="1779"/>
                    <a:pt x="2065" y="2014"/>
                    <a:pt x="2391" y="2411"/>
                  </a:cubicBezTo>
                  <a:cubicBezTo>
                    <a:pt x="2714" y="2014"/>
                    <a:pt x="3199" y="1779"/>
                    <a:pt x="3719" y="1779"/>
                  </a:cubicBezTo>
                  <a:cubicBezTo>
                    <a:pt x="3796" y="1779"/>
                    <a:pt x="3874" y="1784"/>
                    <a:pt x="3952" y="1795"/>
                  </a:cubicBezTo>
                  <a:cubicBezTo>
                    <a:pt x="4194" y="1646"/>
                    <a:pt x="4486" y="1564"/>
                    <a:pt x="4779" y="1564"/>
                  </a:cubicBezTo>
                  <a:cubicBezTo>
                    <a:pt x="4732" y="1323"/>
                    <a:pt x="4568" y="1112"/>
                    <a:pt x="4358" y="995"/>
                  </a:cubicBezTo>
                  <a:cubicBezTo>
                    <a:pt x="4308" y="532"/>
                    <a:pt x="3919" y="225"/>
                    <a:pt x="3496" y="225"/>
                  </a:cubicBezTo>
                  <a:cubicBezTo>
                    <a:pt x="3355" y="225"/>
                    <a:pt x="3211" y="259"/>
                    <a:pt x="3074" y="332"/>
                  </a:cubicBezTo>
                  <a:cubicBezTo>
                    <a:pt x="2903" y="111"/>
                    <a:pt x="2650" y="1"/>
                    <a:pt x="2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3713300" y="2435425"/>
              <a:ext cx="108100" cy="65950"/>
            </a:xfrm>
            <a:custGeom>
              <a:avLst/>
              <a:gdLst/>
              <a:ahLst/>
              <a:cxnLst/>
              <a:rect l="l" t="t" r="r" b="b"/>
              <a:pathLst>
                <a:path w="4324" h="2638" extrusionOk="0">
                  <a:moveTo>
                    <a:pt x="2423" y="0"/>
                  </a:moveTo>
                  <a:cubicBezTo>
                    <a:pt x="2172" y="0"/>
                    <a:pt x="1920" y="110"/>
                    <a:pt x="1741" y="328"/>
                  </a:cubicBezTo>
                  <a:cubicBezTo>
                    <a:pt x="1607" y="256"/>
                    <a:pt x="1465" y="222"/>
                    <a:pt x="1326" y="222"/>
                  </a:cubicBezTo>
                  <a:cubicBezTo>
                    <a:pt x="902" y="222"/>
                    <a:pt x="504" y="531"/>
                    <a:pt x="457" y="995"/>
                  </a:cubicBezTo>
                  <a:cubicBezTo>
                    <a:pt x="180" y="1140"/>
                    <a:pt x="1" y="1417"/>
                    <a:pt x="1" y="1760"/>
                  </a:cubicBezTo>
                  <a:cubicBezTo>
                    <a:pt x="1" y="2232"/>
                    <a:pt x="391" y="2638"/>
                    <a:pt x="879" y="2638"/>
                  </a:cubicBezTo>
                  <a:lnTo>
                    <a:pt x="3953" y="2638"/>
                  </a:lnTo>
                  <a:cubicBezTo>
                    <a:pt x="4050" y="2638"/>
                    <a:pt x="4148" y="2622"/>
                    <a:pt x="4226" y="2587"/>
                  </a:cubicBezTo>
                  <a:cubicBezTo>
                    <a:pt x="3902" y="2002"/>
                    <a:pt x="3953" y="1303"/>
                    <a:pt x="4323" y="769"/>
                  </a:cubicBezTo>
                  <a:cubicBezTo>
                    <a:pt x="4185" y="424"/>
                    <a:pt x="3862" y="216"/>
                    <a:pt x="3523" y="216"/>
                  </a:cubicBezTo>
                  <a:cubicBezTo>
                    <a:pt x="3383" y="216"/>
                    <a:pt x="3240" y="252"/>
                    <a:pt x="3106" y="328"/>
                  </a:cubicBezTo>
                  <a:cubicBezTo>
                    <a:pt x="2927" y="110"/>
                    <a:pt x="2675" y="0"/>
                    <a:pt x="2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3886800" y="2314625"/>
              <a:ext cx="52500" cy="71275"/>
            </a:xfrm>
            <a:custGeom>
              <a:avLst/>
              <a:gdLst/>
              <a:ahLst/>
              <a:cxnLst/>
              <a:rect l="l" t="t" r="r" b="b"/>
              <a:pathLst>
                <a:path w="2100" h="2851" extrusionOk="0">
                  <a:moveTo>
                    <a:pt x="1613" y="1"/>
                  </a:moveTo>
                  <a:cubicBezTo>
                    <a:pt x="1482" y="1"/>
                    <a:pt x="1351" y="65"/>
                    <a:pt x="1269" y="186"/>
                  </a:cubicBezTo>
                  <a:lnTo>
                    <a:pt x="1" y="2168"/>
                  </a:lnTo>
                  <a:cubicBezTo>
                    <a:pt x="231" y="2347"/>
                    <a:pt x="426" y="2578"/>
                    <a:pt x="539" y="2851"/>
                  </a:cubicBezTo>
                  <a:lnTo>
                    <a:pt x="1967" y="643"/>
                  </a:lnTo>
                  <a:cubicBezTo>
                    <a:pt x="2100" y="448"/>
                    <a:pt x="2033" y="186"/>
                    <a:pt x="1838" y="73"/>
                  </a:cubicBezTo>
                  <a:cubicBezTo>
                    <a:pt x="1771" y="24"/>
                    <a:pt x="1692" y="1"/>
                    <a:pt x="16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3909625" y="2347450"/>
              <a:ext cx="78825" cy="72200"/>
            </a:xfrm>
            <a:custGeom>
              <a:avLst/>
              <a:gdLst/>
              <a:ahLst/>
              <a:cxnLst/>
              <a:rect l="l" t="t" r="r" b="b"/>
              <a:pathLst>
                <a:path w="3153" h="2888" extrusionOk="0">
                  <a:moveTo>
                    <a:pt x="2680" y="0"/>
                  </a:moveTo>
                  <a:cubicBezTo>
                    <a:pt x="2589" y="0"/>
                    <a:pt x="2497" y="31"/>
                    <a:pt x="2420" y="94"/>
                  </a:cubicBezTo>
                  <a:lnTo>
                    <a:pt x="1" y="2045"/>
                  </a:lnTo>
                  <a:cubicBezTo>
                    <a:pt x="145" y="2318"/>
                    <a:pt x="176" y="2513"/>
                    <a:pt x="258" y="2887"/>
                  </a:cubicBezTo>
                  <a:lnTo>
                    <a:pt x="2942" y="742"/>
                  </a:lnTo>
                  <a:cubicBezTo>
                    <a:pt x="3122" y="597"/>
                    <a:pt x="3153" y="336"/>
                    <a:pt x="3005" y="157"/>
                  </a:cubicBezTo>
                  <a:cubicBezTo>
                    <a:pt x="2922" y="54"/>
                    <a:pt x="2802" y="0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35"/>
          <p:cNvGrpSpPr/>
          <p:nvPr/>
        </p:nvGrpSpPr>
        <p:grpSpPr>
          <a:xfrm rot="-1487037">
            <a:off x="1032424" y="4096162"/>
            <a:ext cx="352402" cy="262101"/>
            <a:chOff x="3155350" y="2966650"/>
            <a:chExt cx="352400" cy="262100"/>
          </a:xfrm>
        </p:grpSpPr>
        <p:sp>
          <p:nvSpPr>
            <p:cNvPr id="713" name="Google Shape;713;p35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" name="Google Shape;717;p35"/>
          <p:cNvGrpSpPr/>
          <p:nvPr/>
        </p:nvGrpSpPr>
        <p:grpSpPr>
          <a:xfrm>
            <a:off x="493850" y="1104650"/>
            <a:ext cx="352750" cy="351225"/>
            <a:chOff x="3658500" y="1682800"/>
            <a:chExt cx="352750" cy="351225"/>
          </a:xfrm>
        </p:grpSpPr>
        <p:sp>
          <p:nvSpPr>
            <p:cNvPr id="718" name="Google Shape;718;p35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35"/>
          <p:cNvSpPr/>
          <p:nvPr/>
        </p:nvSpPr>
        <p:spPr>
          <a:xfrm flipH="1">
            <a:off x="533138" y="35674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5"/>
          <p:cNvSpPr/>
          <p:nvPr/>
        </p:nvSpPr>
        <p:spPr>
          <a:xfrm flipH="1">
            <a:off x="533150" y="46432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5"/>
          <p:cNvSpPr/>
          <p:nvPr/>
        </p:nvSpPr>
        <p:spPr>
          <a:xfrm flipH="1">
            <a:off x="1691575" y="446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5"/>
          <p:cNvSpPr/>
          <p:nvPr/>
        </p:nvSpPr>
        <p:spPr>
          <a:xfrm flipH="1">
            <a:off x="1919975" y="6294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5"/>
          <p:cNvSpPr/>
          <p:nvPr/>
        </p:nvSpPr>
        <p:spPr>
          <a:xfrm flipH="1">
            <a:off x="1331813" y="2469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5"/>
          <p:cNvSpPr/>
          <p:nvPr/>
        </p:nvSpPr>
        <p:spPr>
          <a:xfrm flipH="1">
            <a:off x="446750" y="1908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5"/>
          <p:cNvSpPr/>
          <p:nvPr/>
        </p:nvSpPr>
        <p:spPr>
          <a:xfrm flipH="1">
            <a:off x="1073625" y="16441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5"/>
          <p:cNvSpPr/>
          <p:nvPr/>
        </p:nvSpPr>
        <p:spPr>
          <a:xfrm flipH="1">
            <a:off x="8424000" y="4572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80" r:id="rId5"/>
    <p:sldLayoutId id="214748368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069" t="4058" r="17889"/>
          <a:stretch/>
        </p:blipFill>
        <p:spPr>
          <a:xfrm>
            <a:off x="5356150" y="150"/>
            <a:ext cx="3787848" cy="5143501"/>
          </a:xfrm>
          <a:prstGeom prst="rect">
            <a:avLst/>
          </a:prstGeom>
        </p:spPr>
      </p:pic>
      <p:grpSp>
        <p:nvGrpSpPr>
          <p:cNvPr id="741" name="Google Shape;741;p39"/>
          <p:cNvGrpSpPr/>
          <p:nvPr/>
        </p:nvGrpSpPr>
        <p:grpSpPr>
          <a:xfrm>
            <a:off x="5120274" y="-21"/>
            <a:ext cx="2307529" cy="5115635"/>
            <a:chOff x="2125263" y="621675"/>
            <a:chExt cx="197625" cy="438125"/>
          </a:xfrm>
        </p:grpSpPr>
        <p:sp>
          <p:nvSpPr>
            <p:cNvPr id="742" name="Google Shape;742;p39"/>
            <p:cNvSpPr/>
            <p:nvPr/>
          </p:nvSpPr>
          <p:spPr>
            <a:xfrm>
              <a:off x="2125263" y="621675"/>
              <a:ext cx="197625" cy="438125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7" name="Google Shape;747;p39"/>
          <p:cNvSpPr txBox="1">
            <a:spLocks noGrp="1"/>
          </p:cNvSpPr>
          <p:nvPr>
            <p:ph type="ctrTitle"/>
          </p:nvPr>
        </p:nvSpPr>
        <p:spPr>
          <a:xfrm>
            <a:off x="713100" y="864014"/>
            <a:ext cx="6297300" cy="25778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Restaurant Orders </a:t>
            </a:r>
            <a:br>
              <a:rPr lang="en" dirty="0"/>
            </a:br>
            <a:r>
              <a:rPr lang="en" dirty="0">
                <a:solidFill>
                  <a:schemeClr val="lt1"/>
                </a:solidFill>
              </a:rPr>
              <a:t>Exploratory Data Analysis Project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48" name="Google Shape;748;p39"/>
          <p:cNvSpPr txBox="1">
            <a:spLocks noGrp="1"/>
          </p:cNvSpPr>
          <p:nvPr>
            <p:ph type="subTitle" idx="1"/>
          </p:nvPr>
        </p:nvSpPr>
        <p:spPr>
          <a:xfrm>
            <a:off x="713100" y="3545159"/>
            <a:ext cx="4982700" cy="889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B</a:t>
            </a:r>
            <a:r>
              <a:rPr lang="en" dirty="0"/>
              <a:t>y :-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Bassem Sherif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Ahmed Moussa</a:t>
            </a:r>
            <a:endParaRPr dirty="0"/>
          </a:p>
        </p:txBody>
      </p:sp>
      <p:sp>
        <p:nvSpPr>
          <p:cNvPr id="749" name="Google Shape;749;p39"/>
          <p:cNvSpPr/>
          <p:nvPr/>
        </p:nvSpPr>
        <p:spPr>
          <a:xfrm>
            <a:off x="5316475" y="11829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0" name="Google Shape;750;p39"/>
          <p:cNvGrpSpPr/>
          <p:nvPr/>
        </p:nvGrpSpPr>
        <p:grpSpPr>
          <a:xfrm rot="-1455342">
            <a:off x="749201" y="480509"/>
            <a:ext cx="352292" cy="305993"/>
            <a:chOff x="6162925" y="4235275"/>
            <a:chExt cx="352300" cy="306000"/>
          </a:xfrm>
        </p:grpSpPr>
        <p:sp>
          <p:nvSpPr>
            <p:cNvPr id="751" name="Google Shape;751;p39"/>
            <p:cNvSpPr/>
            <p:nvPr/>
          </p:nvSpPr>
          <p:spPr>
            <a:xfrm>
              <a:off x="6351450" y="4468600"/>
              <a:ext cx="163775" cy="72675"/>
            </a:xfrm>
            <a:custGeom>
              <a:avLst/>
              <a:gdLst/>
              <a:ahLst/>
              <a:cxnLst/>
              <a:rect l="l" t="t" r="r" b="b"/>
              <a:pathLst>
                <a:path w="6551" h="2907" extrusionOk="0">
                  <a:moveTo>
                    <a:pt x="406" y="1"/>
                  </a:moveTo>
                  <a:cubicBezTo>
                    <a:pt x="180" y="1"/>
                    <a:pt x="1" y="176"/>
                    <a:pt x="1" y="406"/>
                  </a:cubicBezTo>
                  <a:lnTo>
                    <a:pt x="1" y="730"/>
                  </a:lnTo>
                  <a:cubicBezTo>
                    <a:pt x="1" y="1932"/>
                    <a:pt x="960" y="2907"/>
                    <a:pt x="2162" y="2907"/>
                  </a:cubicBezTo>
                  <a:lnTo>
                    <a:pt x="4389" y="2907"/>
                  </a:lnTo>
                  <a:cubicBezTo>
                    <a:pt x="5575" y="2907"/>
                    <a:pt x="6551" y="1932"/>
                    <a:pt x="6551" y="730"/>
                  </a:cubicBezTo>
                  <a:lnTo>
                    <a:pt x="6551" y="406"/>
                  </a:lnTo>
                  <a:cubicBezTo>
                    <a:pt x="6551" y="176"/>
                    <a:pt x="6371" y="1"/>
                    <a:pt x="61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9"/>
            <p:cNvSpPr/>
            <p:nvPr/>
          </p:nvSpPr>
          <p:spPr>
            <a:xfrm>
              <a:off x="6162925" y="4235275"/>
              <a:ext cx="231275" cy="110950"/>
            </a:xfrm>
            <a:custGeom>
              <a:avLst/>
              <a:gdLst/>
              <a:ahLst/>
              <a:cxnLst/>
              <a:rect l="l" t="t" r="r" b="b"/>
              <a:pathLst>
                <a:path w="9251" h="4438" extrusionOk="0">
                  <a:moveTo>
                    <a:pt x="3347" y="1"/>
                  </a:moveTo>
                  <a:cubicBezTo>
                    <a:pt x="3268" y="1"/>
                    <a:pt x="3187" y="11"/>
                    <a:pt x="3106" y="33"/>
                  </a:cubicBezTo>
                  <a:cubicBezTo>
                    <a:pt x="2650" y="166"/>
                    <a:pt x="2373" y="654"/>
                    <a:pt x="2501" y="1122"/>
                  </a:cubicBezTo>
                  <a:cubicBezTo>
                    <a:pt x="2521" y="1141"/>
                    <a:pt x="2763" y="2050"/>
                    <a:pt x="2876" y="3806"/>
                  </a:cubicBezTo>
                  <a:cubicBezTo>
                    <a:pt x="2716" y="2748"/>
                    <a:pt x="2326" y="1871"/>
                    <a:pt x="1592" y="1141"/>
                  </a:cubicBezTo>
                  <a:cubicBezTo>
                    <a:pt x="1423" y="970"/>
                    <a:pt x="1195" y="884"/>
                    <a:pt x="968" y="884"/>
                  </a:cubicBezTo>
                  <a:cubicBezTo>
                    <a:pt x="740" y="884"/>
                    <a:pt x="512" y="970"/>
                    <a:pt x="340" y="1141"/>
                  </a:cubicBezTo>
                  <a:cubicBezTo>
                    <a:pt x="1" y="1481"/>
                    <a:pt x="1" y="2035"/>
                    <a:pt x="340" y="2374"/>
                  </a:cubicBezTo>
                  <a:cubicBezTo>
                    <a:pt x="843" y="2877"/>
                    <a:pt x="1089" y="3482"/>
                    <a:pt x="1187" y="4438"/>
                  </a:cubicBezTo>
                  <a:lnTo>
                    <a:pt x="8096" y="4438"/>
                  </a:lnTo>
                  <a:cubicBezTo>
                    <a:pt x="8177" y="3462"/>
                    <a:pt x="8419" y="2862"/>
                    <a:pt x="8907" y="2374"/>
                  </a:cubicBezTo>
                  <a:cubicBezTo>
                    <a:pt x="9250" y="2035"/>
                    <a:pt x="9250" y="1481"/>
                    <a:pt x="8907" y="1141"/>
                  </a:cubicBezTo>
                  <a:cubicBezTo>
                    <a:pt x="8737" y="970"/>
                    <a:pt x="8514" y="884"/>
                    <a:pt x="8290" y="884"/>
                  </a:cubicBezTo>
                  <a:cubicBezTo>
                    <a:pt x="8066" y="884"/>
                    <a:pt x="7842" y="970"/>
                    <a:pt x="7670" y="1141"/>
                  </a:cubicBezTo>
                  <a:cubicBezTo>
                    <a:pt x="6910" y="1902"/>
                    <a:pt x="6566" y="2799"/>
                    <a:pt x="6422" y="3708"/>
                  </a:cubicBezTo>
                  <a:cubicBezTo>
                    <a:pt x="6520" y="2050"/>
                    <a:pt x="6777" y="1141"/>
                    <a:pt x="6777" y="1122"/>
                  </a:cubicBezTo>
                  <a:cubicBezTo>
                    <a:pt x="6910" y="654"/>
                    <a:pt x="6633" y="166"/>
                    <a:pt x="6176" y="33"/>
                  </a:cubicBezTo>
                  <a:cubicBezTo>
                    <a:pt x="6095" y="11"/>
                    <a:pt x="6013" y="1"/>
                    <a:pt x="5933" y="1"/>
                  </a:cubicBezTo>
                  <a:cubicBezTo>
                    <a:pt x="5547" y="1"/>
                    <a:pt x="5194" y="246"/>
                    <a:pt x="5088" y="634"/>
                  </a:cubicBezTo>
                  <a:cubicBezTo>
                    <a:pt x="5072" y="700"/>
                    <a:pt x="4744" y="1871"/>
                    <a:pt x="4647" y="4032"/>
                  </a:cubicBezTo>
                  <a:cubicBezTo>
                    <a:pt x="4549" y="1871"/>
                    <a:pt x="4210" y="700"/>
                    <a:pt x="4194" y="634"/>
                  </a:cubicBezTo>
                  <a:cubicBezTo>
                    <a:pt x="4085" y="246"/>
                    <a:pt x="3731" y="1"/>
                    <a:pt x="3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9"/>
            <p:cNvSpPr/>
            <p:nvPr/>
          </p:nvSpPr>
          <p:spPr>
            <a:xfrm>
              <a:off x="6363250" y="4392750"/>
              <a:ext cx="139000" cy="55100"/>
            </a:xfrm>
            <a:custGeom>
              <a:avLst/>
              <a:gdLst/>
              <a:ahLst/>
              <a:cxnLst/>
              <a:rect l="l" t="t" r="r" b="b"/>
              <a:pathLst>
                <a:path w="5560" h="2204" extrusionOk="0">
                  <a:moveTo>
                    <a:pt x="2767" y="0"/>
                  </a:moveTo>
                  <a:cubicBezTo>
                    <a:pt x="2693" y="0"/>
                    <a:pt x="2627" y="48"/>
                    <a:pt x="2603" y="124"/>
                  </a:cubicBezTo>
                  <a:cubicBezTo>
                    <a:pt x="2357" y="694"/>
                    <a:pt x="1951" y="756"/>
                    <a:pt x="1479" y="838"/>
                  </a:cubicBezTo>
                  <a:cubicBezTo>
                    <a:pt x="1155" y="905"/>
                    <a:pt x="796" y="951"/>
                    <a:pt x="520" y="1197"/>
                  </a:cubicBezTo>
                  <a:cubicBezTo>
                    <a:pt x="262" y="1423"/>
                    <a:pt x="98" y="1747"/>
                    <a:pt x="1" y="2204"/>
                  </a:cubicBezTo>
                  <a:lnTo>
                    <a:pt x="5560" y="2204"/>
                  </a:lnTo>
                  <a:cubicBezTo>
                    <a:pt x="5365" y="1700"/>
                    <a:pt x="4893" y="1100"/>
                    <a:pt x="4097" y="1100"/>
                  </a:cubicBezTo>
                  <a:cubicBezTo>
                    <a:pt x="3835" y="1100"/>
                    <a:pt x="3789" y="986"/>
                    <a:pt x="3656" y="741"/>
                  </a:cubicBezTo>
                  <a:cubicBezTo>
                    <a:pt x="3543" y="479"/>
                    <a:pt x="3363" y="140"/>
                    <a:pt x="2829" y="11"/>
                  </a:cubicBezTo>
                  <a:cubicBezTo>
                    <a:pt x="2808" y="4"/>
                    <a:pt x="2787" y="0"/>
                    <a:pt x="2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6172675" y="4425875"/>
              <a:ext cx="177150" cy="115400"/>
            </a:xfrm>
            <a:custGeom>
              <a:avLst/>
              <a:gdLst/>
              <a:ahLst/>
              <a:cxnLst/>
              <a:rect l="l" t="t" r="r" b="b"/>
              <a:pathLst>
                <a:path w="7086" h="4616" extrusionOk="0">
                  <a:moveTo>
                    <a:pt x="1" y="1"/>
                  </a:moveTo>
                  <a:lnTo>
                    <a:pt x="602" y="3368"/>
                  </a:lnTo>
                  <a:cubicBezTo>
                    <a:pt x="730" y="4081"/>
                    <a:pt x="1351" y="4616"/>
                    <a:pt x="2080" y="4616"/>
                  </a:cubicBezTo>
                  <a:lnTo>
                    <a:pt x="6387" y="4616"/>
                  </a:lnTo>
                  <a:cubicBezTo>
                    <a:pt x="6648" y="4616"/>
                    <a:pt x="6875" y="4554"/>
                    <a:pt x="7085" y="4440"/>
                  </a:cubicBezTo>
                  <a:cubicBezTo>
                    <a:pt x="6617" y="3918"/>
                    <a:pt x="6325" y="3204"/>
                    <a:pt x="6325" y="2439"/>
                  </a:cubicBezTo>
                  <a:lnTo>
                    <a:pt x="6325" y="2115"/>
                  </a:lnTo>
                  <a:cubicBezTo>
                    <a:pt x="6325" y="1756"/>
                    <a:pt x="6485" y="1433"/>
                    <a:pt x="6730" y="1202"/>
                  </a:cubicBezTo>
                  <a:cubicBezTo>
                    <a:pt x="6812" y="750"/>
                    <a:pt x="6859" y="391"/>
                    <a:pt x="70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163325" y="4366975"/>
              <a:ext cx="230875" cy="38250"/>
            </a:xfrm>
            <a:custGeom>
              <a:avLst/>
              <a:gdLst/>
              <a:ahLst/>
              <a:cxnLst/>
              <a:rect l="l" t="t" r="r" b="b"/>
              <a:pathLst>
                <a:path w="9235" h="1530" extrusionOk="0">
                  <a:moveTo>
                    <a:pt x="437" y="1"/>
                  </a:moveTo>
                  <a:cubicBezTo>
                    <a:pt x="195" y="1"/>
                    <a:pt x="0" y="227"/>
                    <a:pt x="32" y="488"/>
                  </a:cubicBezTo>
                  <a:lnTo>
                    <a:pt x="227" y="1530"/>
                  </a:lnTo>
                  <a:lnTo>
                    <a:pt x="8064" y="1530"/>
                  </a:lnTo>
                  <a:cubicBezTo>
                    <a:pt x="8403" y="1284"/>
                    <a:pt x="8762" y="1171"/>
                    <a:pt x="9070" y="1105"/>
                  </a:cubicBezTo>
                  <a:lnTo>
                    <a:pt x="9184" y="488"/>
                  </a:lnTo>
                  <a:cubicBezTo>
                    <a:pt x="9234" y="227"/>
                    <a:pt x="9039" y="1"/>
                    <a:pt x="8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39"/>
          <p:cNvSpPr/>
          <p:nvPr/>
        </p:nvSpPr>
        <p:spPr>
          <a:xfrm>
            <a:off x="5316475" y="43348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9"/>
          <p:cNvSpPr/>
          <p:nvPr/>
        </p:nvSpPr>
        <p:spPr>
          <a:xfrm>
            <a:off x="8212325" y="11411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8" name="Google Shape;758;p39"/>
          <p:cNvGrpSpPr/>
          <p:nvPr/>
        </p:nvGrpSpPr>
        <p:grpSpPr>
          <a:xfrm rot="1047825">
            <a:off x="7474749" y="319360"/>
            <a:ext cx="250373" cy="351297"/>
            <a:chOff x="6214525" y="3543075"/>
            <a:chExt cx="250375" cy="351300"/>
          </a:xfrm>
        </p:grpSpPr>
        <p:sp>
          <p:nvSpPr>
            <p:cNvPr id="759" name="Google Shape;759;p39"/>
            <p:cNvSpPr/>
            <p:nvPr/>
          </p:nvSpPr>
          <p:spPr>
            <a:xfrm>
              <a:off x="6256750" y="3868325"/>
              <a:ext cx="165825" cy="26050"/>
            </a:xfrm>
            <a:custGeom>
              <a:avLst/>
              <a:gdLst/>
              <a:ahLst/>
              <a:cxnLst/>
              <a:rect l="l" t="t" r="r" b="b"/>
              <a:pathLst>
                <a:path w="6633" h="1042" extrusionOk="0">
                  <a:moveTo>
                    <a:pt x="1" y="0"/>
                  </a:moveTo>
                  <a:lnTo>
                    <a:pt x="67" y="652"/>
                  </a:lnTo>
                  <a:cubicBezTo>
                    <a:pt x="83" y="862"/>
                    <a:pt x="262" y="1042"/>
                    <a:pt x="473" y="1042"/>
                  </a:cubicBezTo>
                  <a:lnTo>
                    <a:pt x="6161" y="1042"/>
                  </a:lnTo>
                  <a:cubicBezTo>
                    <a:pt x="6375" y="1042"/>
                    <a:pt x="6551" y="862"/>
                    <a:pt x="6570" y="652"/>
                  </a:cubicBezTo>
                  <a:lnTo>
                    <a:pt x="66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6214525" y="3631425"/>
              <a:ext cx="250375" cy="216225"/>
            </a:xfrm>
            <a:custGeom>
              <a:avLst/>
              <a:gdLst/>
              <a:ahLst/>
              <a:cxnLst/>
              <a:rect l="l" t="t" r="r" b="b"/>
              <a:pathLst>
                <a:path w="10015" h="8649" extrusionOk="0">
                  <a:moveTo>
                    <a:pt x="5006" y="3480"/>
                  </a:moveTo>
                  <a:cubicBezTo>
                    <a:pt x="5236" y="3480"/>
                    <a:pt x="5411" y="3659"/>
                    <a:pt x="5411" y="3886"/>
                  </a:cubicBezTo>
                  <a:cubicBezTo>
                    <a:pt x="5411" y="4112"/>
                    <a:pt x="5236" y="4291"/>
                    <a:pt x="5006" y="4291"/>
                  </a:cubicBezTo>
                  <a:cubicBezTo>
                    <a:pt x="4779" y="4291"/>
                    <a:pt x="4600" y="4112"/>
                    <a:pt x="4600" y="3886"/>
                  </a:cubicBezTo>
                  <a:cubicBezTo>
                    <a:pt x="4600" y="3659"/>
                    <a:pt x="4779" y="3480"/>
                    <a:pt x="5006" y="3480"/>
                  </a:cubicBezTo>
                  <a:close/>
                  <a:moveTo>
                    <a:pt x="2485" y="3917"/>
                  </a:moveTo>
                  <a:cubicBezTo>
                    <a:pt x="2716" y="3917"/>
                    <a:pt x="2895" y="4096"/>
                    <a:pt x="2895" y="4327"/>
                  </a:cubicBezTo>
                  <a:cubicBezTo>
                    <a:pt x="2895" y="4553"/>
                    <a:pt x="2716" y="4732"/>
                    <a:pt x="2485" y="4732"/>
                  </a:cubicBezTo>
                  <a:cubicBezTo>
                    <a:pt x="2259" y="4732"/>
                    <a:pt x="2080" y="4553"/>
                    <a:pt x="2080" y="4327"/>
                  </a:cubicBezTo>
                  <a:cubicBezTo>
                    <a:pt x="2080" y="4096"/>
                    <a:pt x="2259" y="3917"/>
                    <a:pt x="2485" y="3917"/>
                  </a:cubicBezTo>
                  <a:close/>
                  <a:moveTo>
                    <a:pt x="7526" y="3917"/>
                  </a:moveTo>
                  <a:cubicBezTo>
                    <a:pt x="7752" y="3917"/>
                    <a:pt x="7931" y="4096"/>
                    <a:pt x="7931" y="4327"/>
                  </a:cubicBezTo>
                  <a:cubicBezTo>
                    <a:pt x="7931" y="4553"/>
                    <a:pt x="7752" y="4732"/>
                    <a:pt x="7526" y="4732"/>
                  </a:cubicBezTo>
                  <a:cubicBezTo>
                    <a:pt x="7299" y="4732"/>
                    <a:pt x="7120" y="4553"/>
                    <a:pt x="7120" y="4327"/>
                  </a:cubicBezTo>
                  <a:cubicBezTo>
                    <a:pt x="7120" y="4096"/>
                    <a:pt x="7299" y="3917"/>
                    <a:pt x="7526" y="3917"/>
                  </a:cubicBezTo>
                  <a:close/>
                  <a:moveTo>
                    <a:pt x="3851" y="4795"/>
                  </a:moveTo>
                  <a:cubicBezTo>
                    <a:pt x="4081" y="4795"/>
                    <a:pt x="4260" y="4974"/>
                    <a:pt x="4260" y="5204"/>
                  </a:cubicBezTo>
                  <a:cubicBezTo>
                    <a:pt x="4260" y="5431"/>
                    <a:pt x="4081" y="5610"/>
                    <a:pt x="3851" y="5610"/>
                  </a:cubicBezTo>
                  <a:cubicBezTo>
                    <a:pt x="3625" y="5610"/>
                    <a:pt x="3445" y="5431"/>
                    <a:pt x="3445" y="5204"/>
                  </a:cubicBezTo>
                  <a:cubicBezTo>
                    <a:pt x="3445" y="4974"/>
                    <a:pt x="3625" y="4795"/>
                    <a:pt x="3851" y="4795"/>
                  </a:cubicBezTo>
                  <a:close/>
                  <a:moveTo>
                    <a:pt x="6160" y="4795"/>
                  </a:moveTo>
                  <a:cubicBezTo>
                    <a:pt x="6387" y="4795"/>
                    <a:pt x="6566" y="4974"/>
                    <a:pt x="6566" y="5204"/>
                  </a:cubicBezTo>
                  <a:cubicBezTo>
                    <a:pt x="6566" y="5431"/>
                    <a:pt x="6387" y="5610"/>
                    <a:pt x="6160" y="5610"/>
                  </a:cubicBezTo>
                  <a:cubicBezTo>
                    <a:pt x="5934" y="5610"/>
                    <a:pt x="5739" y="5431"/>
                    <a:pt x="5739" y="5204"/>
                  </a:cubicBezTo>
                  <a:cubicBezTo>
                    <a:pt x="5739" y="4974"/>
                    <a:pt x="5934" y="4795"/>
                    <a:pt x="6160" y="4795"/>
                  </a:cubicBezTo>
                  <a:close/>
                  <a:moveTo>
                    <a:pt x="2700" y="5887"/>
                  </a:moveTo>
                  <a:cubicBezTo>
                    <a:pt x="2926" y="5887"/>
                    <a:pt x="3121" y="6063"/>
                    <a:pt x="3121" y="6293"/>
                  </a:cubicBezTo>
                  <a:cubicBezTo>
                    <a:pt x="3121" y="6519"/>
                    <a:pt x="2926" y="6714"/>
                    <a:pt x="2700" y="6714"/>
                  </a:cubicBezTo>
                  <a:cubicBezTo>
                    <a:pt x="2485" y="6714"/>
                    <a:pt x="2290" y="6519"/>
                    <a:pt x="2290" y="6293"/>
                  </a:cubicBezTo>
                  <a:cubicBezTo>
                    <a:pt x="2290" y="6063"/>
                    <a:pt x="2485" y="5887"/>
                    <a:pt x="2700" y="5887"/>
                  </a:cubicBezTo>
                  <a:close/>
                  <a:moveTo>
                    <a:pt x="5006" y="5887"/>
                  </a:moveTo>
                  <a:cubicBezTo>
                    <a:pt x="5236" y="5887"/>
                    <a:pt x="5411" y="6063"/>
                    <a:pt x="5411" y="6293"/>
                  </a:cubicBezTo>
                  <a:cubicBezTo>
                    <a:pt x="5411" y="6519"/>
                    <a:pt x="5236" y="6714"/>
                    <a:pt x="5006" y="6714"/>
                  </a:cubicBezTo>
                  <a:cubicBezTo>
                    <a:pt x="4779" y="6714"/>
                    <a:pt x="4600" y="6519"/>
                    <a:pt x="4600" y="6293"/>
                  </a:cubicBezTo>
                  <a:cubicBezTo>
                    <a:pt x="4600" y="6063"/>
                    <a:pt x="4779" y="5887"/>
                    <a:pt x="5006" y="5887"/>
                  </a:cubicBezTo>
                  <a:close/>
                  <a:moveTo>
                    <a:pt x="7299" y="5887"/>
                  </a:moveTo>
                  <a:cubicBezTo>
                    <a:pt x="7526" y="5887"/>
                    <a:pt x="7721" y="6063"/>
                    <a:pt x="7721" y="6293"/>
                  </a:cubicBezTo>
                  <a:cubicBezTo>
                    <a:pt x="7721" y="6519"/>
                    <a:pt x="7526" y="6714"/>
                    <a:pt x="7299" y="6714"/>
                  </a:cubicBezTo>
                  <a:cubicBezTo>
                    <a:pt x="7069" y="6714"/>
                    <a:pt x="6894" y="6519"/>
                    <a:pt x="6894" y="6293"/>
                  </a:cubicBezTo>
                  <a:cubicBezTo>
                    <a:pt x="6894" y="6063"/>
                    <a:pt x="7069" y="5887"/>
                    <a:pt x="7299" y="5887"/>
                  </a:cubicBezTo>
                  <a:close/>
                  <a:moveTo>
                    <a:pt x="3851" y="6975"/>
                  </a:moveTo>
                  <a:cubicBezTo>
                    <a:pt x="4081" y="6975"/>
                    <a:pt x="4260" y="7170"/>
                    <a:pt x="4260" y="7397"/>
                  </a:cubicBezTo>
                  <a:cubicBezTo>
                    <a:pt x="4260" y="7623"/>
                    <a:pt x="4081" y="7802"/>
                    <a:pt x="3851" y="7802"/>
                  </a:cubicBezTo>
                  <a:cubicBezTo>
                    <a:pt x="3625" y="7802"/>
                    <a:pt x="3445" y="7623"/>
                    <a:pt x="3445" y="7397"/>
                  </a:cubicBezTo>
                  <a:cubicBezTo>
                    <a:pt x="3445" y="7170"/>
                    <a:pt x="3625" y="6975"/>
                    <a:pt x="3851" y="6975"/>
                  </a:cubicBezTo>
                  <a:close/>
                  <a:moveTo>
                    <a:pt x="6160" y="6975"/>
                  </a:moveTo>
                  <a:cubicBezTo>
                    <a:pt x="6387" y="6975"/>
                    <a:pt x="6566" y="7170"/>
                    <a:pt x="6566" y="7397"/>
                  </a:cubicBezTo>
                  <a:cubicBezTo>
                    <a:pt x="6566" y="7623"/>
                    <a:pt x="6387" y="7802"/>
                    <a:pt x="6160" y="7802"/>
                  </a:cubicBezTo>
                  <a:cubicBezTo>
                    <a:pt x="5934" y="7802"/>
                    <a:pt x="5739" y="7623"/>
                    <a:pt x="5739" y="7397"/>
                  </a:cubicBezTo>
                  <a:cubicBezTo>
                    <a:pt x="5739" y="7170"/>
                    <a:pt x="5934" y="6975"/>
                    <a:pt x="6160" y="6975"/>
                  </a:cubicBezTo>
                  <a:close/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cubicBezTo>
                    <a:pt x="0" y="636"/>
                    <a:pt x="180" y="816"/>
                    <a:pt x="406" y="816"/>
                  </a:cubicBezTo>
                  <a:lnTo>
                    <a:pt x="488" y="816"/>
                  </a:lnTo>
                  <a:lnTo>
                    <a:pt x="652" y="2001"/>
                  </a:lnTo>
                  <a:cubicBezTo>
                    <a:pt x="683" y="2197"/>
                    <a:pt x="863" y="2356"/>
                    <a:pt x="1058" y="2356"/>
                  </a:cubicBezTo>
                  <a:lnTo>
                    <a:pt x="1120" y="2356"/>
                  </a:lnTo>
                  <a:lnTo>
                    <a:pt x="1627" y="8649"/>
                  </a:lnTo>
                  <a:lnTo>
                    <a:pt x="8388" y="8649"/>
                  </a:lnTo>
                  <a:lnTo>
                    <a:pt x="8891" y="2356"/>
                  </a:lnTo>
                  <a:lnTo>
                    <a:pt x="8942" y="2356"/>
                  </a:lnTo>
                  <a:cubicBezTo>
                    <a:pt x="9152" y="2356"/>
                    <a:pt x="9332" y="2197"/>
                    <a:pt x="9348" y="2001"/>
                  </a:cubicBezTo>
                  <a:lnTo>
                    <a:pt x="9527" y="816"/>
                  </a:lnTo>
                  <a:lnTo>
                    <a:pt x="9605" y="816"/>
                  </a:lnTo>
                  <a:cubicBezTo>
                    <a:pt x="9835" y="816"/>
                    <a:pt x="10015" y="636"/>
                    <a:pt x="10015" y="406"/>
                  </a:cubicBezTo>
                  <a:cubicBezTo>
                    <a:pt x="10015" y="180"/>
                    <a:pt x="9835" y="0"/>
                    <a:pt x="9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6362875" y="3543075"/>
              <a:ext cx="54825" cy="67700"/>
            </a:xfrm>
            <a:custGeom>
              <a:avLst/>
              <a:gdLst/>
              <a:ahLst/>
              <a:cxnLst/>
              <a:rect l="l" t="t" r="r" b="b"/>
              <a:pathLst>
                <a:path w="2193" h="2708" extrusionOk="0">
                  <a:moveTo>
                    <a:pt x="918" y="1"/>
                  </a:moveTo>
                  <a:cubicBezTo>
                    <a:pt x="803" y="1"/>
                    <a:pt x="694" y="77"/>
                    <a:pt x="667" y="187"/>
                  </a:cubicBezTo>
                  <a:lnTo>
                    <a:pt x="0" y="2707"/>
                  </a:lnTo>
                  <a:lnTo>
                    <a:pt x="1576" y="2707"/>
                  </a:lnTo>
                  <a:lnTo>
                    <a:pt x="2146" y="577"/>
                  </a:lnTo>
                  <a:cubicBezTo>
                    <a:pt x="2192" y="448"/>
                    <a:pt x="2111" y="300"/>
                    <a:pt x="1982" y="269"/>
                  </a:cubicBezTo>
                  <a:lnTo>
                    <a:pt x="975" y="8"/>
                  </a:lnTo>
                  <a:cubicBezTo>
                    <a:pt x="956" y="3"/>
                    <a:pt x="937" y="1"/>
                    <a:pt x="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67" name="Google Shape;767;p40"/>
          <p:cNvSpPr txBox="1"/>
          <p:nvPr/>
        </p:nvSpPr>
        <p:spPr>
          <a:xfrm>
            <a:off x="720000" y="1234625"/>
            <a:ext cx="77040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SOURCE    https://drive.google.com/file/d/1AvYzAQwX1gWupC9MmawXpkLwb7c5dXSo/view?usp=sharing</a:t>
            </a:r>
            <a:endParaRPr sz="1200" b="1"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" name="Google Shape;767;p40">
            <a:extLst>
              <a:ext uri="{FF2B5EF4-FFF2-40B4-BE49-F238E27FC236}">
                <a16:creationId xmlns:a16="http://schemas.microsoft.com/office/drawing/2014/main" id="{2053A81F-5D6F-6595-9DBD-F48CFD93F134}"/>
              </a:ext>
            </a:extLst>
          </p:cNvPr>
          <p:cNvSpPr txBox="1"/>
          <p:nvPr/>
        </p:nvSpPr>
        <p:spPr>
          <a:xfrm>
            <a:off x="705710" y="1557311"/>
            <a:ext cx="5925999" cy="157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sng" dirty="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Worksheet 1  :  </a:t>
            </a:r>
            <a:r>
              <a:rPr lang="en-US" sz="1800" b="1" u="sng" dirty="0" err="1">
                <a:solidFill>
                  <a:schemeClr val="lt1"/>
                </a:solidFill>
                <a:latin typeface="Fira Sans"/>
                <a:sym typeface="Actor"/>
              </a:rPr>
              <a:t>menu_items</a:t>
            </a:r>
            <a:endParaRPr lang="en-US" sz="1800" b="1" u="sng" dirty="0">
              <a:solidFill>
                <a:schemeClr val="lt1"/>
              </a:solidFill>
              <a:latin typeface="Fira Sans"/>
              <a:sym typeface="Acto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u="sng"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Actor" panose="020B0604020202020204" charset="0"/>
                <a:ea typeface="Actor"/>
                <a:cs typeface="Actor"/>
                <a:sym typeface="Actor"/>
              </a:rPr>
              <a:t>Item_id  :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This is a unique identifier for each item.</a:t>
            </a:r>
            <a:endParaRPr lang="en-US" sz="1050" b="1" dirty="0">
              <a:solidFill>
                <a:schemeClr val="dk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Actor" panose="020B0604020202020204" charset="0"/>
                <a:ea typeface="Actor"/>
                <a:cs typeface="Actor"/>
                <a:sym typeface="Actor"/>
              </a:rPr>
              <a:t>Item_name : 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This column contains the name or  description of the item. </a:t>
            </a:r>
            <a:endParaRPr lang="en-US" sz="1050" b="1" dirty="0">
              <a:solidFill>
                <a:schemeClr val="dk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Actor" panose="020B0604020202020204" charset="0"/>
                <a:ea typeface="Actor"/>
                <a:cs typeface="Actor"/>
                <a:sym typeface="Actor"/>
              </a:rPr>
              <a:t>Category :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This column specifies the category or type of the item.</a:t>
            </a:r>
            <a:endParaRPr lang="en-US" sz="1050" b="1" dirty="0">
              <a:solidFill>
                <a:schemeClr val="dk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Actor" panose="020B0604020202020204" charset="0"/>
                <a:ea typeface="Actor"/>
                <a:cs typeface="Actor"/>
                <a:sym typeface="Actor"/>
              </a:rPr>
              <a:t>Price :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This column indicates the cost or price of the item. </a:t>
            </a:r>
            <a:endParaRPr sz="1200" b="1" dirty="0">
              <a:solidFill>
                <a:schemeClr val="dk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</p:txBody>
      </p:sp>
      <p:sp>
        <p:nvSpPr>
          <p:cNvPr id="3" name="Google Shape;767;p40">
            <a:extLst>
              <a:ext uri="{FF2B5EF4-FFF2-40B4-BE49-F238E27FC236}">
                <a16:creationId xmlns:a16="http://schemas.microsoft.com/office/drawing/2014/main" id="{67A68E14-F4A7-F46C-604E-C8C0BD353A24}"/>
              </a:ext>
            </a:extLst>
          </p:cNvPr>
          <p:cNvSpPr txBox="1"/>
          <p:nvPr/>
        </p:nvSpPr>
        <p:spPr>
          <a:xfrm>
            <a:off x="705710" y="3025562"/>
            <a:ext cx="5772208" cy="189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u="sng" dirty="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Worksheet 2  :  </a:t>
            </a:r>
            <a:r>
              <a:rPr lang="en-US" sz="1800" b="1" u="sng" dirty="0" err="1">
                <a:solidFill>
                  <a:schemeClr val="lt1"/>
                </a:solidFill>
                <a:latin typeface="Fira Sans"/>
                <a:sym typeface="Actor"/>
              </a:rPr>
              <a:t>order_details</a:t>
            </a:r>
            <a:endParaRPr lang="en-US" sz="1800" b="1" u="sng" dirty="0">
              <a:solidFill>
                <a:schemeClr val="lt1"/>
              </a:solidFill>
              <a:latin typeface="Fira Sans"/>
              <a:sym typeface="Acto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u="sng" dirty="0">
              <a:solidFill>
                <a:schemeClr val="dk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 err="1">
                <a:solidFill>
                  <a:srgbClr val="F8FAFF"/>
                </a:solidFill>
                <a:effectLst/>
                <a:latin typeface="Actor" panose="020B0604020202020204" charset="0"/>
              </a:rPr>
              <a:t>order_details_id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: A unique identifier for each record in the table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 err="1">
                <a:solidFill>
                  <a:srgbClr val="F8FAFF"/>
                </a:solidFill>
                <a:effectLst/>
                <a:latin typeface="Actor" panose="020B0604020202020204" charset="0"/>
              </a:rPr>
              <a:t>order_id</a:t>
            </a:r>
            <a:r>
              <a:rPr lang="en-GB" sz="1200" b="1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: 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A unique identifier for each order.</a:t>
            </a:r>
            <a:endParaRPr lang="en-GB" sz="1200" b="1" i="0" dirty="0">
              <a:solidFill>
                <a:srgbClr val="F8FAFF"/>
              </a:solidFill>
              <a:effectLst/>
              <a:latin typeface="Actor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 err="1">
                <a:solidFill>
                  <a:srgbClr val="F8FAFF"/>
                </a:solidFill>
                <a:effectLst/>
                <a:latin typeface="Actor" panose="020B0604020202020204" charset="0"/>
              </a:rPr>
              <a:t>order_date</a:t>
            </a:r>
            <a:r>
              <a:rPr lang="en-GB" sz="1200" b="1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: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The date on which the order was placed.</a:t>
            </a:r>
            <a:endParaRPr lang="en-GB" sz="1200" b="1" i="0" dirty="0">
              <a:solidFill>
                <a:srgbClr val="F8FAFF"/>
              </a:solidFill>
              <a:effectLst/>
              <a:latin typeface="Actor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 err="1">
                <a:solidFill>
                  <a:srgbClr val="F8FAFF"/>
                </a:solidFill>
                <a:effectLst/>
                <a:latin typeface="Actor" panose="020B0604020202020204" charset="0"/>
              </a:rPr>
              <a:t>order_time</a:t>
            </a:r>
            <a:r>
              <a:rPr lang="en-GB" sz="1200" b="1" dirty="0">
                <a:solidFill>
                  <a:srgbClr val="F8FAFF"/>
                </a:solidFill>
                <a:latin typeface="Actor" panose="020B0604020202020204" charset="0"/>
              </a:rPr>
              <a:t>: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The time at which the order was placed.</a:t>
            </a:r>
            <a:endParaRPr lang="en-GB" sz="1200" b="1" dirty="0">
              <a:solidFill>
                <a:srgbClr val="F8FAFF"/>
              </a:solidFill>
              <a:latin typeface="Actor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dirty="0" err="1">
                <a:solidFill>
                  <a:srgbClr val="F8FAFF"/>
                </a:solidFill>
                <a:effectLst/>
                <a:latin typeface="Actor" panose="020B0604020202020204" charset="0"/>
              </a:rPr>
              <a:t>item_id</a:t>
            </a:r>
            <a:r>
              <a:rPr lang="en-GB" sz="1200" b="1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: </a:t>
            </a:r>
            <a:r>
              <a:rPr lang="en-GB" sz="1200" b="0" i="0" dirty="0">
                <a:solidFill>
                  <a:srgbClr val="F8FAFF"/>
                </a:solidFill>
                <a:effectLst/>
                <a:latin typeface="Actor" panose="020B0604020202020204" charset="0"/>
              </a:rPr>
              <a:t> The unique identifier of the item ordered.</a:t>
            </a:r>
            <a:endParaRPr sz="1200" b="1" dirty="0">
              <a:solidFill>
                <a:schemeClr val="dk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359396" y="130174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Analysis </a:t>
            </a:r>
            <a:r>
              <a:rPr lang="en" u="sng" dirty="0">
                <a:solidFill>
                  <a:schemeClr val="lt1"/>
                </a:solidFill>
              </a:rPr>
              <a:t>Questions</a:t>
            </a:r>
            <a:endParaRPr u="sng" dirty="0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title" idx="2"/>
          </p:nvPr>
        </p:nvSpPr>
        <p:spPr>
          <a:xfrm>
            <a:off x="267028" y="136179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5596704" y="2129210"/>
            <a:ext cx="3088235" cy="2158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latin typeface="+mj-lt"/>
              </a:rPr>
              <a:t>1-Italian cuisine generates the highest revenue at </a:t>
            </a:r>
            <a:r>
              <a:rPr lang="en-GB" dirty="0">
                <a:solidFill>
                  <a:schemeClr val="bg1"/>
                </a:solidFill>
                <a:latin typeface="+mj-lt"/>
              </a:rPr>
              <a:t>$49,462.70</a:t>
            </a:r>
            <a:r>
              <a:rPr lang="en-GB" dirty="0">
                <a:latin typeface="+mj-lt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latin typeface="+mj-lt"/>
              </a:rPr>
              <a:t>2-Asian cuisine follows closely with </a:t>
            </a:r>
            <a:r>
              <a:rPr lang="en-GB" dirty="0">
                <a:solidFill>
                  <a:schemeClr val="bg1"/>
                </a:solidFill>
                <a:latin typeface="+mj-lt"/>
              </a:rPr>
              <a:t>$46,720.65.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latin typeface="+mj-lt"/>
              </a:rPr>
              <a:t>.3-Mexican and American cuisines contribute </a:t>
            </a:r>
            <a:r>
              <a:rPr lang="en-GB" dirty="0">
                <a:solidFill>
                  <a:schemeClr val="bg1"/>
                </a:solidFill>
                <a:latin typeface="+mj-lt"/>
              </a:rPr>
              <a:t>$34,796.80 </a:t>
            </a:r>
            <a:r>
              <a:rPr lang="en-GB" dirty="0">
                <a:latin typeface="+mj-lt"/>
              </a:rPr>
              <a:t>and </a:t>
            </a:r>
            <a:r>
              <a:rPr lang="en-GB" dirty="0">
                <a:solidFill>
                  <a:schemeClr val="bg1"/>
                </a:solidFill>
                <a:latin typeface="+mj-lt"/>
              </a:rPr>
              <a:t>$28,237.75</a:t>
            </a:r>
            <a:r>
              <a:rPr lang="en-GB" dirty="0">
                <a:latin typeface="+mj-lt"/>
              </a:rPr>
              <a:t>, respectively.</a:t>
            </a:r>
            <a:endParaRPr dirty="0">
              <a:latin typeface="+mj-lt"/>
            </a:endParaRPr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1292933" y="1421742"/>
            <a:ext cx="7010582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u="sng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What is the total revenue generated per category?</a:t>
            </a:r>
            <a:endParaRPr u="sng"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68" name="Table 767">
            <a:extLst>
              <a:ext uri="{FF2B5EF4-FFF2-40B4-BE49-F238E27FC236}">
                <a16:creationId xmlns:a16="http://schemas.microsoft.com/office/drawing/2014/main" id="{2A923915-120A-2387-BF0E-B31587AA3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752429"/>
              </p:ext>
            </p:extLst>
          </p:nvPr>
        </p:nvGraphicFramePr>
        <p:xfrm>
          <a:off x="1435865" y="2240804"/>
          <a:ext cx="3775114" cy="1935480"/>
        </p:xfrm>
        <a:graphic>
          <a:graphicData uri="http://schemas.openxmlformats.org/drawingml/2006/table">
            <a:tbl>
              <a:tblPr firstRow="1" bandRow="1">
                <a:tableStyleId>{793C0D8D-F2BF-41A5-B89F-4F89B26339D2}</a:tableStyleId>
              </a:tblPr>
              <a:tblGrid>
                <a:gridCol w="1887557">
                  <a:extLst>
                    <a:ext uri="{9D8B030D-6E8A-4147-A177-3AD203B41FA5}">
                      <a16:colId xmlns:a16="http://schemas.microsoft.com/office/drawing/2014/main" val="1821807282"/>
                    </a:ext>
                  </a:extLst>
                </a:gridCol>
                <a:gridCol w="1887557">
                  <a:extLst>
                    <a:ext uri="{9D8B030D-6E8A-4147-A177-3AD203B41FA5}">
                      <a16:colId xmlns:a16="http://schemas.microsoft.com/office/drawing/2014/main" val="91248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Total Revenue (USD)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02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Italian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49462.7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9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Asian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46720.65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95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American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34796.8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070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Mexican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28237.75</a:t>
                      </a:r>
                      <a:endParaRPr lang="en-GB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6326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359396" y="130174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Analysis </a:t>
            </a:r>
            <a:r>
              <a:rPr lang="en" u="sng" dirty="0">
                <a:solidFill>
                  <a:schemeClr val="lt1"/>
                </a:solidFill>
              </a:rPr>
              <a:t>Questions</a:t>
            </a:r>
            <a:endParaRPr u="sng" dirty="0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title" idx="2"/>
          </p:nvPr>
        </p:nvSpPr>
        <p:spPr>
          <a:xfrm>
            <a:off x="267028" y="136179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4358202" y="1784123"/>
            <a:ext cx="4631561" cy="2864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1-The Korean Beef Bowl is the top revenue-generating item, contributing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$10,554.60.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2-Spaghetti &amp; Meatballs and Tofu Pad Thai follow closely, contributing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$8,436.50 </a:t>
            </a:r>
            <a:r>
              <a:rPr lang="en-GB" sz="1800" dirty="0">
                <a:latin typeface="+mj-lt"/>
              </a:rPr>
              <a:t>and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$8,149.00</a:t>
            </a:r>
            <a:r>
              <a:rPr lang="en-GB" sz="1800" dirty="0">
                <a:latin typeface="+mj-lt"/>
              </a:rPr>
              <a:t>, respectively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.3-The top 10 items account for a significant portion of total revenue, highlighting their popularity and importance to the business.</a:t>
            </a:r>
            <a:endParaRPr sz="1800" dirty="0">
              <a:latin typeface="+mj-lt"/>
            </a:endParaRPr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1292933" y="1421742"/>
            <a:ext cx="7392006" cy="4048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u="sng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 Which items contribute the most to revenue?</a:t>
            </a:r>
            <a:endParaRPr u="sng"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graph of a number of food items&#10;&#10;Description automatically generated">
            <a:extLst>
              <a:ext uri="{FF2B5EF4-FFF2-40B4-BE49-F238E27FC236}">
                <a16:creationId xmlns:a16="http://schemas.microsoft.com/office/drawing/2014/main" id="{2FAE46A9-E697-B26F-A016-66716B529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6" y="1921292"/>
            <a:ext cx="3877064" cy="2727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061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359396" y="130174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Analysis </a:t>
            </a:r>
            <a:r>
              <a:rPr lang="en" u="sng" dirty="0">
                <a:solidFill>
                  <a:schemeClr val="lt1"/>
                </a:solidFill>
              </a:rPr>
              <a:t>Questions</a:t>
            </a:r>
            <a:endParaRPr u="sng" dirty="0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title" idx="2"/>
          </p:nvPr>
        </p:nvSpPr>
        <p:spPr>
          <a:xfrm>
            <a:off x="267028" y="136179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3822852" y="2030056"/>
            <a:ext cx="4862087" cy="2315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1-Italian cuisine has the highest AOV at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$21.58</a:t>
            </a:r>
            <a:r>
              <a:rPr lang="en-GB" sz="1800" dirty="0">
                <a:latin typeface="+mj-lt"/>
              </a:rPr>
              <a:t>, indicating that customers spend more per order in this category.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2-Asian cuisine follows with an AOV of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$17.73</a:t>
            </a:r>
            <a:r>
              <a:rPr lang="en-GB" sz="1800" dirty="0">
                <a:latin typeface="+mj-lt"/>
              </a:rPr>
              <a:t>, showing strong customer spending.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3-Mexican and American cuisines have lower AOVs at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15.36$ </a:t>
            </a:r>
            <a:r>
              <a:rPr lang="en-GB" sz="1800" dirty="0">
                <a:latin typeface="+mj-lt"/>
              </a:rPr>
              <a:t>and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$13.12</a:t>
            </a:r>
            <a:r>
              <a:rPr lang="en-GB" sz="1800" dirty="0">
                <a:latin typeface="+mj-lt"/>
              </a:rPr>
              <a:t>, respectively.</a:t>
            </a:r>
            <a:endParaRPr sz="1800" dirty="0">
              <a:latin typeface="+mj-lt"/>
            </a:endParaRPr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1292933" y="1421741"/>
            <a:ext cx="7392006" cy="6038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u="sng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What is the average order value (AOV) per category? "AOV=Total Revenue/Total Number of Orders"</a:t>
            </a:r>
            <a:endParaRPr u="sng"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graph of blue bars&#10;&#10;Description automatically generated with medium confidence">
            <a:extLst>
              <a:ext uri="{FF2B5EF4-FFF2-40B4-BE49-F238E27FC236}">
                <a16:creationId xmlns:a16="http://schemas.microsoft.com/office/drawing/2014/main" id="{4E987F4E-21FB-F471-D94D-A1D59A5E9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20" y="2095785"/>
            <a:ext cx="3204831" cy="250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63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359396" y="130174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Analysis </a:t>
            </a:r>
            <a:r>
              <a:rPr lang="en" u="sng" dirty="0">
                <a:solidFill>
                  <a:schemeClr val="lt1"/>
                </a:solidFill>
              </a:rPr>
              <a:t>Questions</a:t>
            </a:r>
            <a:endParaRPr u="sng" dirty="0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title" idx="2"/>
          </p:nvPr>
        </p:nvSpPr>
        <p:spPr>
          <a:xfrm>
            <a:off x="267028" y="136179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1292934" y="2129209"/>
            <a:ext cx="7392006" cy="2315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-The menu offers a diverse selection of 32 unique items, catering to a variety of customer preferences.</a:t>
            </a:r>
            <a:endParaRPr lang="ar-EG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ar-EG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-The average price of  </a:t>
            </a:r>
            <a:r>
              <a:rPr lang="en-GB" sz="1800" dirty="0">
                <a:solidFill>
                  <a:schemeClr val="bg1"/>
                </a:solidFill>
                <a:latin typeface="+mj-lt"/>
              </a:rPr>
              <a:t>$13.33 </a:t>
            </a:r>
            <a:r>
              <a:rPr lang="en-GB" sz="1800" dirty="0">
                <a:latin typeface="+mj-lt"/>
              </a:rPr>
              <a:t>indicates a mid-range pricing strategy, which is likely accessible to a broad customer base while maintaining profitability.</a:t>
            </a:r>
            <a:endParaRPr sz="1800" dirty="0">
              <a:latin typeface="+mj-lt"/>
            </a:endParaRPr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1292933" y="1421741"/>
            <a:ext cx="7392006" cy="6038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How many unique items are sold in total, and what is the average price for items sold?</a:t>
            </a:r>
            <a:endParaRPr u="sng"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56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359396" y="130174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Analysis </a:t>
            </a:r>
            <a:r>
              <a:rPr lang="en" u="sng" dirty="0">
                <a:solidFill>
                  <a:schemeClr val="lt1"/>
                </a:solidFill>
              </a:rPr>
              <a:t>Questions</a:t>
            </a:r>
            <a:endParaRPr u="sng" dirty="0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title" idx="2"/>
          </p:nvPr>
        </p:nvSpPr>
        <p:spPr>
          <a:xfrm>
            <a:off x="267028" y="136179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5477568" y="1938360"/>
            <a:ext cx="3809652" cy="2315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12 PM, 1 PM are the busiest times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( lunchtime demand)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5 PM 6 PM also show strong sales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(dinner orders).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Midday &amp; Afternoon: Sales remain.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1292933" y="1421741"/>
            <a:ext cx="7392006" cy="4395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How does sales performance vary by time of day?</a:t>
            </a:r>
            <a:endParaRPr u="sng"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graph of green bars&#10;&#10;Description automatically generated">
            <a:extLst>
              <a:ext uri="{FF2B5EF4-FFF2-40B4-BE49-F238E27FC236}">
                <a16:creationId xmlns:a16="http://schemas.microsoft.com/office/drawing/2014/main" id="{61BC89F1-722E-DE3A-9E53-3C91A034A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6" y="1945120"/>
            <a:ext cx="5016834" cy="2107200"/>
          </a:xfrm>
          <a:prstGeom prst="rect">
            <a:avLst/>
          </a:prstGeom>
        </p:spPr>
      </p:pic>
      <p:sp>
        <p:nvSpPr>
          <p:cNvPr id="4" name="Google Shape;796;p41">
            <a:extLst>
              <a:ext uri="{FF2B5EF4-FFF2-40B4-BE49-F238E27FC236}">
                <a16:creationId xmlns:a16="http://schemas.microsoft.com/office/drawing/2014/main" id="{7E1DF9C2-5F50-D1B5-BF31-25C6FFD1FE1B}"/>
              </a:ext>
            </a:extLst>
          </p:cNvPr>
          <p:cNvSpPr txBox="1">
            <a:spLocks/>
          </p:cNvSpPr>
          <p:nvPr/>
        </p:nvSpPr>
        <p:spPr>
          <a:xfrm>
            <a:off x="132550" y="4052320"/>
            <a:ext cx="6092327" cy="115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Evening &amp; Late Night: Sales gradually decline after 7 PM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Morning: Sales are minimal at 10 AM</a:t>
            </a:r>
          </a:p>
        </p:txBody>
      </p:sp>
    </p:spTree>
    <p:extLst>
      <p:ext uri="{BB962C8B-B14F-4D97-AF65-F5344CB8AC3E}">
        <p14:creationId xmlns:p14="http://schemas.microsoft.com/office/powerpoint/2010/main" val="59671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359396" y="130174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Analysis </a:t>
            </a:r>
            <a:r>
              <a:rPr lang="en" u="sng" dirty="0">
                <a:solidFill>
                  <a:schemeClr val="lt1"/>
                </a:solidFill>
              </a:rPr>
              <a:t>Questions</a:t>
            </a:r>
            <a:endParaRPr u="sng" dirty="0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title" idx="2"/>
          </p:nvPr>
        </p:nvSpPr>
        <p:spPr>
          <a:xfrm>
            <a:off x="267028" y="136179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2776251" y="1858925"/>
            <a:ext cx="6367748" cy="2315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Monday generates the highest sales, which is unusual as Mondays are typically slower. This could indicate a unique trend or promotional activity.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Strong Performing Days : Friday and Tuesday, These days likely benefit from end-of-week and mid-week dining habits.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Mid-Range Sales Days : Sunday, Thursday, and Saturday</a:t>
            </a:r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1292933" y="1421741"/>
            <a:ext cx="7392006" cy="4395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How does sales performance vary by day of week?</a:t>
            </a:r>
            <a:endParaRPr u="sng"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graph of blue bars&#10;&#10;Description automatically generated">
            <a:extLst>
              <a:ext uri="{FF2B5EF4-FFF2-40B4-BE49-F238E27FC236}">
                <a16:creationId xmlns:a16="http://schemas.microsoft.com/office/drawing/2014/main" id="{42E47949-8D0F-6006-6C6E-BDA70192D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6" y="2007648"/>
            <a:ext cx="2416855" cy="2119527"/>
          </a:xfrm>
          <a:prstGeom prst="rect">
            <a:avLst/>
          </a:prstGeom>
        </p:spPr>
      </p:pic>
      <p:sp>
        <p:nvSpPr>
          <p:cNvPr id="4" name="Google Shape;796;p41">
            <a:extLst>
              <a:ext uri="{FF2B5EF4-FFF2-40B4-BE49-F238E27FC236}">
                <a16:creationId xmlns:a16="http://schemas.microsoft.com/office/drawing/2014/main" id="{EAEDE366-9A5C-CE38-65B9-151600600B6F}"/>
              </a:ext>
            </a:extLst>
          </p:cNvPr>
          <p:cNvSpPr txBox="1">
            <a:spLocks/>
          </p:cNvSpPr>
          <p:nvPr/>
        </p:nvSpPr>
        <p:spPr>
          <a:xfrm>
            <a:off x="267028" y="4276141"/>
            <a:ext cx="6367748" cy="78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Lowest Sales Day : Wednesday, suggesting it may be the least busy day of the week.</a:t>
            </a:r>
          </a:p>
        </p:txBody>
      </p:sp>
    </p:spTree>
    <p:extLst>
      <p:ext uri="{BB962C8B-B14F-4D97-AF65-F5344CB8AC3E}">
        <p14:creationId xmlns:p14="http://schemas.microsoft.com/office/powerpoint/2010/main" val="383855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359396" y="130174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Analysis </a:t>
            </a:r>
            <a:r>
              <a:rPr lang="en" u="sng" dirty="0">
                <a:solidFill>
                  <a:schemeClr val="lt1"/>
                </a:solidFill>
              </a:rPr>
              <a:t>Questions</a:t>
            </a:r>
            <a:endParaRPr u="sng" dirty="0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>
            <a:spLocks noGrp="1"/>
          </p:cNvSpPr>
          <p:nvPr>
            <p:ph type="title" idx="2"/>
          </p:nvPr>
        </p:nvSpPr>
        <p:spPr>
          <a:xfrm>
            <a:off x="267028" y="136179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2776251" y="1858925"/>
            <a:ext cx="6367748" cy="2315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Monday generates the highest sales, which is unusual as Mondays are typically slower. This could indicate a unique trend or promotional activity.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Strong Performing Days : Friday and Tuesday, These days likely benefit from end-of-week and mid-week dining habits.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GB" sz="1800" dirty="0"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Mid-Range Sales Days : Sunday, Thursday, and Saturday</a:t>
            </a:r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1292933" y="1421741"/>
            <a:ext cx="7392006" cy="4395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How does sales performance vary by day of week?</a:t>
            </a:r>
            <a:endParaRPr u="sng"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graph of blue bars&#10;&#10;Description automatically generated">
            <a:extLst>
              <a:ext uri="{FF2B5EF4-FFF2-40B4-BE49-F238E27FC236}">
                <a16:creationId xmlns:a16="http://schemas.microsoft.com/office/drawing/2014/main" id="{42E47949-8D0F-6006-6C6E-BDA70192D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6" y="2007648"/>
            <a:ext cx="2416855" cy="2119527"/>
          </a:xfrm>
          <a:prstGeom prst="rect">
            <a:avLst/>
          </a:prstGeom>
        </p:spPr>
      </p:pic>
      <p:sp>
        <p:nvSpPr>
          <p:cNvPr id="4" name="Google Shape;796;p41">
            <a:extLst>
              <a:ext uri="{FF2B5EF4-FFF2-40B4-BE49-F238E27FC236}">
                <a16:creationId xmlns:a16="http://schemas.microsoft.com/office/drawing/2014/main" id="{EAEDE366-9A5C-CE38-65B9-151600600B6F}"/>
              </a:ext>
            </a:extLst>
          </p:cNvPr>
          <p:cNvSpPr txBox="1">
            <a:spLocks/>
          </p:cNvSpPr>
          <p:nvPr/>
        </p:nvSpPr>
        <p:spPr>
          <a:xfrm>
            <a:off x="267028" y="4276141"/>
            <a:ext cx="6367748" cy="78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+mj-lt"/>
              </a:rPr>
              <a:t>Lowest Sales Day : Wednesday, suggesting it may be the least busy day of the week.</a:t>
            </a:r>
          </a:p>
        </p:txBody>
      </p:sp>
    </p:spTree>
    <p:extLst>
      <p:ext uri="{BB962C8B-B14F-4D97-AF65-F5344CB8AC3E}">
        <p14:creationId xmlns:p14="http://schemas.microsoft.com/office/powerpoint/2010/main" val="284714923"/>
      </p:ext>
    </p:extLst>
  </p:cSld>
  <p:clrMapOvr>
    <a:masterClrMapping/>
  </p:clrMapOvr>
</p:sld>
</file>

<file path=ppt/theme/theme1.xml><?xml version="1.0" encoding="utf-8"?>
<a:theme xmlns:a="http://schemas.openxmlformats.org/drawingml/2006/main" name="Fast Food Restaurant Marketing Plan by Slidesgo">
  <a:themeElements>
    <a:clrScheme name="Simple Light">
      <a:dk1>
        <a:srgbClr val="FFFFFF"/>
      </a:dk1>
      <a:lt1>
        <a:srgbClr val="FFC300"/>
      </a:lt1>
      <a:dk2>
        <a:srgbClr val="212529"/>
      </a:dk2>
      <a:lt2>
        <a:srgbClr val="66666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672</Words>
  <Application>Microsoft Office PowerPoint</Application>
  <PresentationFormat>On-screen Show (16:9)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Actor</vt:lpstr>
      <vt:lpstr>Anton</vt:lpstr>
      <vt:lpstr>Fira Sans</vt:lpstr>
      <vt:lpstr>Roboto</vt:lpstr>
      <vt:lpstr>Fast Food Restaurant Marketing Plan by Slidesgo</vt:lpstr>
      <vt:lpstr>Restaurant Orders  Exploratory Data Analysis Project</vt:lpstr>
      <vt:lpstr>DATA DESCRIPTION</vt:lpstr>
      <vt:lpstr>Analysis Questions</vt:lpstr>
      <vt:lpstr>Analysis Questions</vt:lpstr>
      <vt:lpstr>Analysis Questions</vt:lpstr>
      <vt:lpstr>Analysis Questions</vt:lpstr>
      <vt:lpstr>Analysis Questions</vt:lpstr>
      <vt:lpstr>Analysis Questions</vt:lpstr>
      <vt:lpstr>Analysis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Bassem Sherif</cp:lastModifiedBy>
  <cp:revision>5</cp:revision>
  <dcterms:modified xsi:type="dcterms:W3CDTF">2025-02-06T23:50:59Z</dcterms:modified>
</cp:coreProperties>
</file>